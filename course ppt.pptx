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8515350"/>
  <p:notesSz cx="11430000" cy="8515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64389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081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2385" y="1120775"/>
            <a:ext cx="442341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0FCF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64389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081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0FCF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0FCF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62385" y="1530350"/>
            <a:ext cx="3992245" cy="392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D7415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0FCF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6934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1430000" cy="6934200"/>
          </a:xfrm>
          <a:custGeom>
            <a:avLst/>
            <a:gdLst/>
            <a:ahLst/>
            <a:cxnLst/>
            <a:rect l="l" t="t" r="r" b="b"/>
            <a:pathLst>
              <a:path w="11430000" h="6934200">
                <a:moveTo>
                  <a:pt x="11430000" y="0"/>
                </a:moveTo>
                <a:lnTo>
                  <a:pt x="0" y="0"/>
                </a:lnTo>
                <a:lnTo>
                  <a:pt x="0" y="6934200"/>
                </a:lnTo>
                <a:lnTo>
                  <a:pt x="11430000" y="6934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081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1430000" cy="240982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85800" y="2952750"/>
            <a:ext cx="1333500" cy="381000"/>
          </a:xfrm>
          <a:custGeom>
            <a:avLst/>
            <a:gdLst/>
            <a:ahLst/>
            <a:cxnLst/>
            <a:rect l="l" t="t" r="r" b="b"/>
            <a:pathLst>
              <a:path w="1333500" h="381000">
                <a:moveTo>
                  <a:pt x="0" y="197637"/>
                </a:moveTo>
                <a:lnTo>
                  <a:pt x="0" y="183349"/>
                </a:lnTo>
                <a:lnTo>
                  <a:pt x="220" y="174343"/>
                </a:lnTo>
                <a:lnTo>
                  <a:pt x="7893" y="130127"/>
                </a:lnTo>
                <a:lnTo>
                  <a:pt x="26080" y="89100"/>
                </a:lnTo>
                <a:lnTo>
                  <a:pt x="53701" y="53708"/>
                </a:lnTo>
                <a:lnTo>
                  <a:pt x="89100" y="26076"/>
                </a:lnTo>
                <a:lnTo>
                  <a:pt x="130129" y="7889"/>
                </a:lnTo>
                <a:lnTo>
                  <a:pt x="174348" y="221"/>
                </a:lnTo>
                <a:lnTo>
                  <a:pt x="183356" y="0"/>
                </a:lnTo>
                <a:lnTo>
                  <a:pt x="1150150" y="0"/>
                </a:lnTo>
                <a:lnTo>
                  <a:pt x="1194707" y="5491"/>
                </a:lnTo>
                <a:lnTo>
                  <a:pt x="1236576" y="21647"/>
                </a:lnTo>
                <a:lnTo>
                  <a:pt x="1273269" y="47490"/>
                </a:lnTo>
                <a:lnTo>
                  <a:pt x="1302600" y="81483"/>
                </a:lnTo>
                <a:lnTo>
                  <a:pt x="1322788" y="121590"/>
                </a:lnTo>
                <a:lnTo>
                  <a:pt x="1332617" y="165382"/>
                </a:lnTo>
                <a:lnTo>
                  <a:pt x="1333500" y="183349"/>
                </a:lnTo>
                <a:lnTo>
                  <a:pt x="1333500" y="197637"/>
                </a:lnTo>
                <a:lnTo>
                  <a:pt x="1328008" y="242207"/>
                </a:lnTo>
                <a:lnTo>
                  <a:pt x="1311848" y="284075"/>
                </a:lnTo>
                <a:lnTo>
                  <a:pt x="1286009" y="320769"/>
                </a:lnTo>
                <a:lnTo>
                  <a:pt x="1252016" y="350100"/>
                </a:lnTo>
                <a:lnTo>
                  <a:pt x="1211909" y="370286"/>
                </a:lnTo>
                <a:lnTo>
                  <a:pt x="1168117" y="380117"/>
                </a:lnTo>
                <a:lnTo>
                  <a:pt x="1150150" y="381000"/>
                </a:lnTo>
                <a:lnTo>
                  <a:pt x="183356" y="381000"/>
                </a:lnTo>
                <a:lnTo>
                  <a:pt x="138791" y="375502"/>
                </a:lnTo>
                <a:lnTo>
                  <a:pt x="96921" y="359348"/>
                </a:lnTo>
                <a:lnTo>
                  <a:pt x="60227" y="333509"/>
                </a:lnTo>
                <a:lnTo>
                  <a:pt x="30901" y="299516"/>
                </a:lnTo>
                <a:lnTo>
                  <a:pt x="10713" y="259404"/>
                </a:lnTo>
                <a:lnTo>
                  <a:pt x="881" y="215615"/>
                </a:lnTo>
                <a:lnTo>
                  <a:pt x="0" y="197637"/>
                </a:lnTo>
                <a:close/>
              </a:path>
            </a:pathLst>
          </a:custGeom>
          <a:ln w="19050">
            <a:solidFill>
              <a:srgbClr val="15FFB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5267" y="3066764"/>
            <a:ext cx="162071" cy="1547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2385" y="511175"/>
            <a:ext cx="705739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0FCF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hyperlink" Target="https://gamma.app/?utm_source=made-with-gamma" TargetMode="External"/><Relationship Id="rId13" Type="http://schemas.openxmlformats.org/officeDocument/2006/relationships/image" Target="../media/image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hyperlink" Target="https://gamma.app/?utm_source=made-with-gamma" TargetMode="External"/><Relationship Id="rId11" Type="http://schemas.openxmlformats.org/officeDocument/2006/relationships/image" Target="../media/image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jp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/>
          <p:nvPr/>
        </p:nvSpPr>
        <p:spPr>
          <a:xfrm>
            <a:off x="662385" y="2320925"/>
            <a:ext cx="1923414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10" b="1">
                <a:solidFill>
                  <a:srgbClr val="F0FCFF"/>
                </a:solidFill>
                <a:latin typeface="Tahoma"/>
                <a:cs typeface="Tahoma"/>
              </a:rPr>
              <a:t>EduLearn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385" y="3194843"/>
            <a:ext cx="3859529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Online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Course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Enrollment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Platform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(Prototype)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275" y="3714750"/>
            <a:ext cx="1619250" cy="361950"/>
          </a:xfrm>
          <a:custGeom>
            <a:avLst/>
            <a:gdLst/>
            <a:ahLst/>
            <a:cxnLst/>
            <a:rect l="l" t="t" r="r" b="b"/>
            <a:pathLst>
              <a:path w="1619250" h="361950">
                <a:moveTo>
                  <a:pt x="1438275" y="0"/>
                </a:moveTo>
                <a:lnTo>
                  <a:pt x="180975" y="0"/>
                </a:lnTo>
                <a:lnTo>
                  <a:pt x="172084" y="216"/>
                </a:lnTo>
                <a:lnTo>
                  <a:pt x="128440" y="7789"/>
                </a:lnTo>
                <a:lnTo>
                  <a:pt x="87943" y="25745"/>
                </a:lnTo>
                <a:lnTo>
                  <a:pt x="53007" y="53009"/>
                </a:lnTo>
                <a:lnTo>
                  <a:pt x="25740" y="87942"/>
                </a:lnTo>
                <a:lnTo>
                  <a:pt x="7790" y="128438"/>
                </a:lnTo>
                <a:lnTo>
                  <a:pt x="217" y="172083"/>
                </a:lnTo>
                <a:lnTo>
                  <a:pt x="0" y="180975"/>
                </a:lnTo>
                <a:lnTo>
                  <a:pt x="217" y="189866"/>
                </a:lnTo>
                <a:lnTo>
                  <a:pt x="7790" y="233511"/>
                </a:lnTo>
                <a:lnTo>
                  <a:pt x="25740" y="274007"/>
                </a:lnTo>
                <a:lnTo>
                  <a:pt x="53007" y="308940"/>
                </a:lnTo>
                <a:lnTo>
                  <a:pt x="87943" y="336210"/>
                </a:lnTo>
                <a:lnTo>
                  <a:pt x="128440" y="354153"/>
                </a:lnTo>
                <a:lnTo>
                  <a:pt x="172084" y="361733"/>
                </a:lnTo>
                <a:lnTo>
                  <a:pt x="180975" y="361950"/>
                </a:lnTo>
                <a:lnTo>
                  <a:pt x="1438275" y="361950"/>
                </a:lnTo>
                <a:lnTo>
                  <a:pt x="1482260" y="356519"/>
                </a:lnTo>
                <a:lnTo>
                  <a:pt x="1523588" y="340580"/>
                </a:lnTo>
                <a:lnTo>
                  <a:pt x="1559798" y="315076"/>
                </a:lnTo>
                <a:lnTo>
                  <a:pt x="1588744" y="281520"/>
                </a:lnTo>
                <a:lnTo>
                  <a:pt x="1608672" y="241934"/>
                </a:lnTo>
                <a:lnTo>
                  <a:pt x="1618381" y="198713"/>
                </a:lnTo>
                <a:lnTo>
                  <a:pt x="1619250" y="180975"/>
                </a:lnTo>
                <a:lnTo>
                  <a:pt x="1619033" y="172083"/>
                </a:lnTo>
                <a:lnTo>
                  <a:pt x="1611458" y="128438"/>
                </a:lnTo>
                <a:lnTo>
                  <a:pt x="1593504" y="87942"/>
                </a:lnTo>
                <a:lnTo>
                  <a:pt x="1566240" y="53009"/>
                </a:lnTo>
                <a:lnTo>
                  <a:pt x="1531307" y="25745"/>
                </a:lnTo>
                <a:lnTo>
                  <a:pt x="1490811" y="7789"/>
                </a:lnTo>
                <a:lnTo>
                  <a:pt x="1447168" y="216"/>
                </a:lnTo>
                <a:lnTo>
                  <a:pt x="1438275" y="0"/>
                </a:lnTo>
                <a:close/>
              </a:path>
            </a:pathLst>
          </a:custGeom>
          <a:solidFill>
            <a:srgbClr val="004D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00300" y="3705225"/>
            <a:ext cx="1409700" cy="381000"/>
          </a:xfrm>
          <a:custGeom>
            <a:avLst/>
            <a:gdLst/>
            <a:ahLst/>
            <a:cxnLst/>
            <a:rect l="l" t="t" r="r" b="b"/>
            <a:pathLst>
              <a:path w="1409700" h="381000">
                <a:moveTo>
                  <a:pt x="0" y="197650"/>
                </a:moveTo>
                <a:lnTo>
                  <a:pt x="0" y="183362"/>
                </a:lnTo>
                <a:lnTo>
                  <a:pt x="221" y="174352"/>
                </a:lnTo>
                <a:lnTo>
                  <a:pt x="7894" y="130128"/>
                </a:lnTo>
                <a:lnTo>
                  <a:pt x="26082" y="89101"/>
                </a:lnTo>
                <a:lnTo>
                  <a:pt x="53708" y="53708"/>
                </a:lnTo>
                <a:lnTo>
                  <a:pt x="89101" y="26076"/>
                </a:lnTo>
                <a:lnTo>
                  <a:pt x="130128" y="7889"/>
                </a:lnTo>
                <a:lnTo>
                  <a:pt x="174348" y="219"/>
                </a:lnTo>
                <a:lnTo>
                  <a:pt x="183362" y="0"/>
                </a:lnTo>
                <a:lnTo>
                  <a:pt x="1226350" y="0"/>
                </a:lnTo>
                <a:lnTo>
                  <a:pt x="1270907" y="5491"/>
                </a:lnTo>
                <a:lnTo>
                  <a:pt x="1312776" y="21647"/>
                </a:lnTo>
                <a:lnTo>
                  <a:pt x="1349469" y="47490"/>
                </a:lnTo>
                <a:lnTo>
                  <a:pt x="1378800" y="81483"/>
                </a:lnTo>
                <a:lnTo>
                  <a:pt x="1398988" y="121595"/>
                </a:lnTo>
                <a:lnTo>
                  <a:pt x="1408817" y="165384"/>
                </a:lnTo>
                <a:lnTo>
                  <a:pt x="1409700" y="183362"/>
                </a:lnTo>
                <a:lnTo>
                  <a:pt x="1409700" y="197650"/>
                </a:lnTo>
                <a:lnTo>
                  <a:pt x="1404208" y="242205"/>
                </a:lnTo>
                <a:lnTo>
                  <a:pt x="1388048" y="284075"/>
                </a:lnTo>
                <a:lnTo>
                  <a:pt x="1362209" y="320769"/>
                </a:lnTo>
                <a:lnTo>
                  <a:pt x="1328216" y="350100"/>
                </a:lnTo>
                <a:lnTo>
                  <a:pt x="1288109" y="370288"/>
                </a:lnTo>
                <a:lnTo>
                  <a:pt x="1244317" y="380115"/>
                </a:lnTo>
                <a:lnTo>
                  <a:pt x="1226350" y="381000"/>
                </a:lnTo>
                <a:lnTo>
                  <a:pt x="183362" y="381000"/>
                </a:lnTo>
                <a:lnTo>
                  <a:pt x="138792" y="375502"/>
                </a:lnTo>
                <a:lnTo>
                  <a:pt x="96924" y="359348"/>
                </a:lnTo>
                <a:lnTo>
                  <a:pt x="60230" y="333504"/>
                </a:lnTo>
                <a:lnTo>
                  <a:pt x="30899" y="299504"/>
                </a:lnTo>
                <a:lnTo>
                  <a:pt x="10713" y="259404"/>
                </a:lnTo>
                <a:lnTo>
                  <a:pt x="882" y="215612"/>
                </a:lnTo>
                <a:lnTo>
                  <a:pt x="0" y="197650"/>
                </a:lnTo>
                <a:close/>
              </a:path>
            </a:pathLst>
          </a:custGeom>
          <a:ln w="19050">
            <a:solidFill>
              <a:srgbClr val="15FF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78023" y="3785870"/>
            <a:ext cx="1414780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35">
                <a:solidFill>
                  <a:srgbClr val="E0E4E6"/>
                </a:solidFill>
                <a:latin typeface="Tahoma"/>
                <a:cs typeface="Tahoma"/>
              </a:rPr>
              <a:t>ACADEMIC</a:t>
            </a:r>
            <a:r>
              <a:rPr dirty="0" sz="12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E0E4E6"/>
                </a:solidFill>
                <a:latin typeface="Tahoma"/>
                <a:cs typeface="Tahoma"/>
              </a:rPr>
              <a:t>PROJECT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3812" y="3785870"/>
            <a:ext cx="1179830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solidFill>
                  <a:srgbClr val="15FFBA"/>
                </a:solidFill>
                <a:latin typeface="Tahoma"/>
                <a:cs typeface="Tahoma"/>
              </a:rPr>
              <a:t>6-</a:t>
            </a:r>
            <a:r>
              <a:rPr dirty="0" sz="1200" spc="-10">
                <a:solidFill>
                  <a:srgbClr val="15FFBA"/>
                </a:solidFill>
                <a:latin typeface="Tahoma"/>
                <a:cs typeface="Tahoma"/>
              </a:rPr>
              <a:t>MEMBER</a:t>
            </a:r>
            <a:r>
              <a:rPr dirty="0" sz="1200" spc="-85">
                <a:solidFill>
                  <a:srgbClr val="15FFBA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15FFBA"/>
                </a:solidFill>
                <a:latin typeface="Tahoma"/>
                <a:cs typeface="Tahoma"/>
              </a:rPr>
              <a:t>TEAM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74676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1430000" cy="7467600"/>
          </a:xfrm>
          <a:custGeom>
            <a:avLst/>
            <a:gdLst/>
            <a:ahLst/>
            <a:cxnLst/>
            <a:rect l="l" t="t" r="r" b="b"/>
            <a:pathLst>
              <a:path w="11430000" h="7467600">
                <a:moveTo>
                  <a:pt x="11430000" y="0"/>
                </a:moveTo>
                <a:lnTo>
                  <a:pt x="0" y="0"/>
                </a:lnTo>
                <a:lnTo>
                  <a:pt x="0" y="7467600"/>
                </a:lnTo>
                <a:lnTo>
                  <a:pt x="11430000" y="74676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081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286250" cy="7467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9161" y="634570"/>
            <a:ext cx="160993" cy="1612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79910" y="604519"/>
            <a:ext cx="1061085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00" spc="-45">
                <a:solidFill>
                  <a:srgbClr val="15FFBA"/>
                </a:solidFill>
                <a:latin typeface="Tahoma"/>
                <a:cs typeface="Tahoma"/>
              </a:rPr>
              <a:t>INTRODUCTION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948631" y="920750"/>
            <a:ext cx="5230495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-114"/>
              <a:t>Empowering</a:t>
            </a:r>
            <a:r>
              <a:rPr dirty="0" spc="-355"/>
              <a:t> </a:t>
            </a:r>
            <a:r>
              <a:rPr dirty="0" spc="-10"/>
              <a:t>Students </a:t>
            </a:r>
            <a:r>
              <a:rPr dirty="0" spc="-110"/>
              <a:t>Through</a:t>
            </a:r>
            <a:r>
              <a:rPr dirty="0" spc="-360"/>
              <a:t> </a:t>
            </a:r>
            <a:r>
              <a:rPr dirty="0" spc="-105"/>
              <a:t>Online</a:t>
            </a:r>
            <a:r>
              <a:rPr dirty="0" spc="-355"/>
              <a:t> </a:t>
            </a:r>
            <a:r>
              <a:rPr dirty="0" spc="-80"/>
              <a:t>Education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48631" y="2506662"/>
            <a:ext cx="187134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 b="1">
                <a:solidFill>
                  <a:srgbClr val="F0FCFF"/>
                </a:solidFill>
                <a:latin typeface="Tahoma"/>
                <a:cs typeface="Tahoma"/>
              </a:rPr>
              <a:t>What</a:t>
            </a:r>
            <a:r>
              <a:rPr dirty="0" sz="1650" spc="-185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F0FCFF"/>
                </a:solidFill>
                <a:latin typeface="Tahoma"/>
                <a:cs typeface="Tahoma"/>
              </a:rPr>
              <a:t>is</a:t>
            </a:r>
            <a:r>
              <a:rPr dirty="0" sz="1650" spc="-185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1650" spc="-40" b="1">
                <a:solidFill>
                  <a:srgbClr val="F0FCFF"/>
                </a:solidFill>
                <a:latin typeface="Tahoma"/>
                <a:cs typeface="Tahoma"/>
              </a:rPr>
              <a:t>EduLearn?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48631" y="2940526"/>
            <a:ext cx="2560320" cy="15589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75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A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web-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based</a:t>
            </a:r>
            <a:r>
              <a:rPr dirty="0" sz="15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prototype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designed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to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simplify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how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students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discover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enroll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in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professional</a:t>
            </a:r>
            <a:r>
              <a:rPr dirty="0" sz="1500" spc="-6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development courses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48631" y="4728368"/>
            <a:ext cx="1094105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Focus</a:t>
            </a:r>
            <a:r>
              <a:rPr dirty="0" sz="1500" spc="-4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areas: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0625" y="5324475"/>
            <a:ext cx="66675" cy="666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0625" y="6000750"/>
            <a:ext cx="66675" cy="666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0625" y="6686550"/>
            <a:ext cx="66675" cy="6667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257152" y="5140801"/>
            <a:ext cx="2377440" cy="1692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60375">
              <a:lnSpc>
                <a:spcPct val="133300"/>
              </a:lnSpc>
              <a:spcBef>
                <a:spcPts val="95"/>
              </a:spcBef>
            </a:pP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Intuitive</a:t>
            </a:r>
            <a:r>
              <a:rPr dirty="0" sz="1500" spc="-12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user</a:t>
            </a:r>
            <a:r>
              <a:rPr dirty="0" sz="1500" spc="-12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interface design</a:t>
            </a:r>
            <a:endParaRPr sz="1500">
              <a:latin typeface="Tahoma"/>
              <a:cs typeface="Tahoma"/>
            </a:endParaRPr>
          </a:p>
          <a:p>
            <a:pPr marL="12700" marR="1148715">
              <a:lnSpc>
                <a:spcPct val="137500"/>
              </a:lnSpc>
              <a:spcBef>
                <a:spcPts val="450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Smart</a:t>
            </a:r>
            <a:r>
              <a:rPr dirty="0" sz="1500" spc="-6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course categorization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Streamlined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enrollment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flow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90242" y="2506662"/>
            <a:ext cx="213360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 b="1">
                <a:solidFill>
                  <a:srgbClr val="F0FCFF"/>
                </a:solidFill>
                <a:latin typeface="Tahoma"/>
                <a:cs typeface="Tahoma"/>
              </a:rPr>
              <a:t>Why</a:t>
            </a:r>
            <a:r>
              <a:rPr dirty="0" sz="1650" spc="-175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1650" spc="-185" b="1">
                <a:solidFill>
                  <a:srgbClr val="F0FCFF"/>
                </a:solidFill>
                <a:latin typeface="Tahoma"/>
                <a:cs typeface="Tahoma"/>
              </a:rPr>
              <a:t>It</a:t>
            </a:r>
            <a:r>
              <a:rPr dirty="0" sz="1650" spc="-175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F0FCFF"/>
                </a:solidFill>
                <a:latin typeface="Tahoma"/>
                <a:cs typeface="Tahoma"/>
              </a:rPr>
              <a:t>Matters</a:t>
            </a:r>
            <a:r>
              <a:rPr dirty="0" sz="1650" spc="-175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1650" spc="-45" b="1">
                <a:solidFill>
                  <a:srgbClr val="F0FCFF"/>
                </a:solidFill>
                <a:latin typeface="Tahoma"/>
                <a:cs typeface="Tahoma"/>
              </a:rPr>
              <a:t>Today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90242" y="2940526"/>
            <a:ext cx="267144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Online</a:t>
            </a:r>
            <a:r>
              <a:rPr dirty="0" sz="1500" spc="-1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learning</a:t>
            </a:r>
            <a:r>
              <a:rPr dirty="0" sz="1500" spc="-1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has</a:t>
            </a:r>
            <a:r>
              <a:rPr dirty="0" sz="1500" spc="-13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transformed education: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43875" y="3914775"/>
            <a:ext cx="66675" cy="6667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43875" y="4600575"/>
            <a:ext cx="66675" cy="6667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43875" y="5286375"/>
            <a:ext cx="66675" cy="6667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43875" y="5962650"/>
            <a:ext cx="66675" cy="6667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398764" y="3731101"/>
            <a:ext cx="2341245" cy="2692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44195">
              <a:lnSpc>
                <a:spcPct val="133300"/>
              </a:lnSpc>
              <a:spcBef>
                <a:spcPts val="95"/>
              </a:spcBef>
            </a:pPr>
            <a:r>
              <a:rPr dirty="0" sz="1500" spc="10">
                <a:solidFill>
                  <a:srgbClr val="E0E4E6"/>
                </a:solidFill>
                <a:latin typeface="Tahoma"/>
                <a:cs typeface="Tahoma"/>
              </a:rPr>
              <a:t>Accessible</a:t>
            </a:r>
            <a:r>
              <a:rPr dirty="0" sz="1500" spc="6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education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anytime,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anywhere</a:t>
            </a:r>
            <a:endParaRPr sz="1500">
              <a:latin typeface="Tahoma"/>
              <a:cs typeface="Tahoma"/>
            </a:endParaRPr>
          </a:p>
          <a:p>
            <a:pPr marL="12700" marR="177165">
              <a:lnSpc>
                <a:spcPct val="133300"/>
              </a:lnSpc>
              <a:spcBef>
                <a:spcPts val="600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Professional</a:t>
            </a:r>
            <a:r>
              <a:rPr dirty="0" sz="1500" spc="-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skill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development</a:t>
            </a:r>
            <a:r>
              <a:rPr dirty="0" sz="1500" spc="-1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at</a:t>
            </a:r>
            <a:r>
              <a:rPr dirty="0" sz="1500" spc="-1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E0E4E6"/>
                </a:solidFill>
                <a:latin typeface="Tahoma"/>
                <a:cs typeface="Tahoma"/>
              </a:rPr>
              <a:t>your</a:t>
            </a:r>
            <a:r>
              <a:rPr dirty="0" sz="1500" spc="-14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pace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600"/>
              </a:spcBef>
            </a:pP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Growing</a:t>
            </a:r>
            <a:r>
              <a:rPr dirty="0" sz="1500" spc="-15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demand</a:t>
            </a:r>
            <a:r>
              <a:rPr dirty="0" sz="1500" spc="-1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for</a:t>
            </a:r>
            <a:r>
              <a:rPr dirty="0" sz="1500" spc="-1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flexible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learning</a:t>
            </a:r>
            <a:r>
              <a:rPr dirty="0" sz="1500" spc="-1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solutions</a:t>
            </a:r>
            <a:endParaRPr sz="1500">
              <a:latin typeface="Tahoma"/>
              <a:cs typeface="Tahoma"/>
            </a:endParaRPr>
          </a:p>
          <a:p>
            <a:pPr marL="12700" marR="156210">
              <a:lnSpc>
                <a:spcPct val="137500"/>
              </a:lnSpc>
              <a:spcBef>
                <a:spcPts val="450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Bridge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between</a:t>
            </a:r>
            <a:r>
              <a:rPr dirty="0" sz="15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academic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career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skills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22" name="object 22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69532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843915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"/>
            <a:ext cx="11430000" cy="8439150"/>
          </a:xfrm>
          <a:custGeom>
            <a:avLst/>
            <a:gdLst/>
            <a:ahLst/>
            <a:cxnLst/>
            <a:rect l="l" t="t" r="r" b="b"/>
            <a:pathLst>
              <a:path w="11430000" h="8439150">
                <a:moveTo>
                  <a:pt x="11430000" y="0"/>
                </a:moveTo>
                <a:lnTo>
                  <a:pt x="0" y="0"/>
                </a:lnTo>
                <a:lnTo>
                  <a:pt x="0" y="8439150"/>
                </a:lnTo>
                <a:lnTo>
                  <a:pt x="11430000" y="84391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081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3750" y="507"/>
            <a:ext cx="4286250" cy="843864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76275" y="533399"/>
            <a:ext cx="1076325" cy="361950"/>
          </a:xfrm>
          <a:custGeom>
            <a:avLst/>
            <a:gdLst/>
            <a:ahLst/>
            <a:cxnLst/>
            <a:rect l="l" t="t" r="r" b="b"/>
            <a:pathLst>
              <a:path w="1076325" h="361950">
                <a:moveTo>
                  <a:pt x="895350" y="0"/>
                </a:moveTo>
                <a:lnTo>
                  <a:pt x="180975" y="0"/>
                </a:lnTo>
                <a:lnTo>
                  <a:pt x="172084" y="216"/>
                </a:lnTo>
                <a:lnTo>
                  <a:pt x="128440" y="7791"/>
                </a:lnTo>
                <a:lnTo>
                  <a:pt x="87943" y="25745"/>
                </a:lnTo>
                <a:lnTo>
                  <a:pt x="53007" y="53009"/>
                </a:lnTo>
                <a:lnTo>
                  <a:pt x="25740" y="87942"/>
                </a:lnTo>
                <a:lnTo>
                  <a:pt x="7790" y="128438"/>
                </a:lnTo>
                <a:lnTo>
                  <a:pt x="217" y="172083"/>
                </a:lnTo>
                <a:lnTo>
                  <a:pt x="0" y="180975"/>
                </a:lnTo>
                <a:lnTo>
                  <a:pt x="217" y="189866"/>
                </a:lnTo>
                <a:lnTo>
                  <a:pt x="7790" y="233511"/>
                </a:lnTo>
                <a:lnTo>
                  <a:pt x="25740" y="274007"/>
                </a:lnTo>
                <a:lnTo>
                  <a:pt x="53007" y="308940"/>
                </a:lnTo>
                <a:lnTo>
                  <a:pt x="87943" y="336210"/>
                </a:lnTo>
                <a:lnTo>
                  <a:pt x="128440" y="354158"/>
                </a:lnTo>
                <a:lnTo>
                  <a:pt x="172084" y="361733"/>
                </a:lnTo>
                <a:lnTo>
                  <a:pt x="180975" y="361950"/>
                </a:lnTo>
                <a:lnTo>
                  <a:pt x="895350" y="361950"/>
                </a:lnTo>
                <a:lnTo>
                  <a:pt x="939335" y="356525"/>
                </a:lnTo>
                <a:lnTo>
                  <a:pt x="980663" y="340580"/>
                </a:lnTo>
                <a:lnTo>
                  <a:pt x="1016873" y="315076"/>
                </a:lnTo>
                <a:lnTo>
                  <a:pt x="1045819" y="281520"/>
                </a:lnTo>
                <a:lnTo>
                  <a:pt x="1065747" y="241934"/>
                </a:lnTo>
                <a:lnTo>
                  <a:pt x="1075456" y="198713"/>
                </a:lnTo>
                <a:lnTo>
                  <a:pt x="1076325" y="180975"/>
                </a:lnTo>
                <a:lnTo>
                  <a:pt x="1076108" y="172083"/>
                </a:lnTo>
                <a:lnTo>
                  <a:pt x="1068533" y="128438"/>
                </a:lnTo>
                <a:lnTo>
                  <a:pt x="1050579" y="87942"/>
                </a:lnTo>
                <a:lnTo>
                  <a:pt x="1023315" y="53009"/>
                </a:lnTo>
                <a:lnTo>
                  <a:pt x="988382" y="25745"/>
                </a:lnTo>
                <a:lnTo>
                  <a:pt x="947886" y="7791"/>
                </a:lnTo>
                <a:lnTo>
                  <a:pt x="904243" y="216"/>
                </a:lnTo>
                <a:lnTo>
                  <a:pt x="895350" y="0"/>
                </a:lnTo>
                <a:close/>
              </a:path>
            </a:pathLst>
          </a:custGeom>
          <a:solidFill>
            <a:srgbClr val="004D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8023" y="604519"/>
            <a:ext cx="875030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00" spc="-10">
                <a:solidFill>
                  <a:srgbClr val="E0E4E6"/>
                </a:solidFill>
                <a:latin typeface="Tahoma"/>
                <a:cs typeface="Tahoma"/>
              </a:rPr>
              <a:t>CHALLENGE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62385" y="949325"/>
            <a:ext cx="536575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25"/>
              <a:t>The</a:t>
            </a:r>
            <a:r>
              <a:rPr dirty="0" spc="-380"/>
              <a:t> </a:t>
            </a:r>
            <a:r>
              <a:rPr dirty="0" spc="-100"/>
              <a:t>Problem</a:t>
            </a:r>
            <a:r>
              <a:rPr dirty="0" spc="-375"/>
              <a:t> </a:t>
            </a:r>
            <a:r>
              <a:rPr dirty="0" spc="-165"/>
              <a:t>We're</a:t>
            </a:r>
            <a:r>
              <a:rPr dirty="0" spc="-380"/>
              <a:t> </a:t>
            </a:r>
            <a:r>
              <a:rPr dirty="0" spc="-40"/>
              <a:t>Solving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647700" y="1790699"/>
            <a:ext cx="2828925" cy="2333625"/>
            <a:chOff x="647700" y="1790699"/>
            <a:chExt cx="2828925" cy="2333625"/>
          </a:xfrm>
        </p:grpSpPr>
        <p:sp>
          <p:nvSpPr>
            <p:cNvPr id="9" name="object 9"/>
            <p:cNvSpPr/>
            <p:nvPr/>
          </p:nvSpPr>
          <p:spPr>
            <a:xfrm>
              <a:off x="676275" y="1804987"/>
              <a:ext cx="2786380" cy="2305050"/>
            </a:xfrm>
            <a:custGeom>
              <a:avLst/>
              <a:gdLst/>
              <a:ahLst/>
              <a:cxnLst/>
              <a:rect l="l" t="t" r="r" b="b"/>
              <a:pathLst>
                <a:path w="2786379" h="2305050">
                  <a:moveTo>
                    <a:pt x="2566670" y="0"/>
                  </a:moveTo>
                  <a:lnTo>
                    <a:pt x="106794" y="0"/>
                  </a:lnTo>
                  <a:lnTo>
                    <a:pt x="99362" y="647"/>
                  </a:lnTo>
                  <a:lnTo>
                    <a:pt x="57040" y="13208"/>
                  </a:lnTo>
                  <a:lnTo>
                    <a:pt x="23430" y="38989"/>
                  </a:lnTo>
                  <a:lnTo>
                    <a:pt x="3661" y="74053"/>
                  </a:lnTo>
                  <a:lnTo>
                    <a:pt x="0" y="93446"/>
                  </a:lnTo>
                  <a:lnTo>
                    <a:pt x="0" y="2205037"/>
                  </a:lnTo>
                  <a:lnTo>
                    <a:pt x="0" y="2211603"/>
                  </a:lnTo>
                  <a:lnTo>
                    <a:pt x="11573" y="2249373"/>
                  </a:lnTo>
                  <a:lnTo>
                    <a:pt x="38784" y="2280399"/>
                  </a:lnTo>
                  <a:lnTo>
                    <a:pt x="77495" y="2299944"/>
                  </a:lnTo>
                  <a:lnTo>
                    <a:pt x="106794" y="2305050"/>
                  </a:lnTo>
                  <a:lnTo>
                    <a:pt x="2566670" y="2305050"/>
                  </a:lnTo>
                  <a:lnTo>
                    <a:pt x="2610777" y="2299246"/>
                  </a:lnTo>
                  <a:lnTo>
                    <a:pt x="2652915" y="2284945"/>
                  </a:lnTo>
                  <a:lnTo>
                    <a:pt x="2691434" y="2262695"/>
                  </a:lnTo>
                  <a:lnTo>
                    <a:pt x="2724886" y="2233371"/>
                  </a:lnTo>
                  <a:lnTo>
                    <a:pt x="2751963" y="2198065"/>
                  </a:lnTo>
                  <a:lnTo>
                    <a:pt x="2771635" y="2158174"/>
                  </a:lnTo>
                  <a:lnTo>
                    <a:pt x="2783154" y="2115197"/>
                  </a:lnTo>
                  <a:lnTo>
                    <a:pt x="2786062" y="2085670"/>
                  </a:lnTo>
                  <a:lnTo>
                    <a:pt x="2786062" y="219379"/>
                  </a:lnTo>
                  <a:lnTo>
                    <a:pt x="2780258" y="175272"/>
                  </a:lnTo>
                  <a:lnTo>
                    <a:pt x="2765958" y="133159"/>
                  </a:lnTo>
                  <a:lnTo>
                    <a:pt x="2743708" y="94627"/>
                  </a:lnTo>
                  <a:lnTo>
                    <a:pt x="2714371" y="61175"/>
                  </a:lnTo>
                  <a:lnTo>
                    <a:pt x="2679090" y="34099"/>
                  </a:lnTo>
                  <a:lnTo>
                    <a:pt x="2639187" y="14427"/>
                  </a:lnTo>
                  <a:lnTo>
                    <a:pt x="2596210" y="2908"/>
                  </a:lnTo>
                  <a:lnTo>
                    <a:pt x="2574086" y="368"/>
                  </a:lnTo>
                  <a:lnTo>
                    <a:pt x="2566670" y="0"/>
                  </a:lnTo>
                  <a:close/>
                </a:path>
              </a:pathLst>
            </a:custGeom>
            <a:solidFill>
              <a:srgbClr val="09081B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7700" y="1790712"/>
              <a:ext cx="2828925" cy="2333625"/>
            </a:xfrm>
            <a:custGeom>
              <a:avLst/>
              <a:gdLst/>
              <a:ahLst/>
              <a:cxnLst/>
              <a:rect l="l" t="t" r="r" b="b"/>
              <a:pathLst>
                <a:path w="2828925" h="2333625">
                  <a:moveTo>
                    <a:pt x="2828912" y="241109"/>
                  </a:moveTo>
                  <a:lnTo>
                    <a:pt x="2824276" y="194068"/>
                  </a:lnTo>
                  <a:lnTo>
                    <a:pt x="2810560" y="148831"/>
                  </a:lnTo>
                  <a:lnTo>
                    <a:pt x="2800337" y="127254"/>
                  </a:lnTo>
                  <a:lnTo>
                    <a:pt x="2800337" y="241109"/>
                  </a:lnTo>
                  <a:lnTo>
                    <a:pt x="2800337" y="2092528"/>
                  </a:lnTo>
                  <a:lnTo>
                    <a:pt x="2796260" y="2133981"/>
                  </a:lnTo>
                  <a:lnTo>
                    <a:pt x="2784157" y="2173859"/>
                  </a:lnTo>
                  <a:lnTo>
                    <a:pt x="2764523" y="2210600"/>
                  </a:lnTo>
                  <a:lnTo>
                    <a:pt x="2738564" y="2242312"/>
                  </a:lnTo>
                  <a:lnTo>
                    <a:pt x="2738094" y="2242794"/>
                  </a:lnTo>
                  <a:lnTo>
                    <a:pt x="2705887" y="2269236"/>
                  </a:lnTo>
                  <a:lnTo>
                    <a:pt x="2669146" y="2288870"/>
                  </a:lnTo>
                  <a:lnTo>
                    <a:pt x="2629268" y="2300960"/>
                  </a:lnTo>
                  <a:lnTo>
                    <a:pt x="2587815" y="2305050"/>
                  </a:lnTo>
                  <a:lnTo>
                    <a:pt x="142862" y="2305050"/>
                  </a:lnTo>
                  <a:lnTo>
                    <a:pt x="131610" y="2304631"/>
                  </a:lnTo>
                  <a:lnTo>
                    <a:pt x="120561" y="2303411"/>
                  </a:lnTo>
                  <a:lnTo>
                    <a:pt x="114300" y="2302243"/>
                  </a:lnTo>
                  <a:lnTo>
                    <a:pt x="114300" y="31394"/>
                  </a:lnTo>
                  <a:lnTo>
                    <a:pt x="120561" y="30200"/>
                  </a:lnTo>
                  <a:lnTo>
                    <a:pt x="131610" y="28981"/>
                  </a:lnTo>
                  <a:lnTo>
                    <a:pt x="142862" y="28575"/>
                  </a:lnTo>
                  <a:lnTo>
                    <a:pt x="2587815" y="28575"/>
                  </a:lnTo>
                  <a:lnTo>
                    <a:pt x="2629268" y="32664"/>
                  </a:lnTo>
                  <a:lnTo>
                    <a:pt x="2669146" y="44754"/>
                  </a:lnTo>
                  <a:lnTo>
                    <a:pt x="2705887" y="64389"/>
                  </a:lnTo>
                  <a:lnTo>
                    <a:pt x="2738082" y="90817"/>
                  </a:lnTo>
                  <a:lnTo>
                    <a:pt x="2738348" y="91097"/>
                  </a:lnTo>
                  <a:lnTo>
                    <a:pt x="2745295" y="98374"/>
                  </a:lnTo>
                  <a:lnTo>
                    <a:pt x="2770111" y="131838"/>
                  </a:lnTo>
                  <a:lnTo>
                    <a:pt x="2787916" y="169506"/>
                  </a:lnTo>
                  <a:lnTo>
                    <a:pt x="2798051" y="209931"/>
                  </a:lnTo>
                  <a:lnTo>
                    <a:pt x="2800337" y="241109"/>
                  </a:lnTo>
                  <a:lnTo>
                    <a:pt x="2800337" y="127254"/>
                  </a:lnTo>
                  <a:lnTo>
                    <a:pt x="2774188" y="88138"/>
                  </a:lnTo>
                  <a:lnTo>
                    <a:pt x="2758757" y="71107"/>
                  </a:lnTo>
                  <a:lnTo>
                    <a:pt x="2758554" y="70891"/>
                  </a:lnTo>
                  <a:lnTo>
                    <a:pt x="2758300" y="70612"/>
                  </a:lnTo>
                  <a:lnTo>
                    <a:pt x="2749715" y="62433"/>
                  </a:lnTo>
                  <a:lnTo>
                    <a:pt x="2711754" y="34290"/>
                  </a:lnTo>
                  <a:lnTo>
                    <a:pt x="2669019" y="14084"/>
                  </a:lnTo>
                  <a:lnTo>
                    <a:pt x="2623185" y="2603"/>
                  </a:lnTo>
                  <a:lnTo>
                    <a:pt x="2587815" y="0"/>
                  </a:lnTo>
                  <a:lnTo>
                    <a:pt x="142862" y="0"/>
                  </a:lnTo>
                  <a:lnTo>
                    <a:pt x="131610" y="533"/>
                  </a:lnTo>
                  <a:lnTo>
                    <a:pt x="120561" y="2171"/>
                  </a:lnTo>
                  <a:lnTo>
                    <a:pt x="114300" y="3746"/>
                  </a:lnTo>
                  <a:lnTo>
                    <a:pt x="114300" y="0"/>
                  </a:lnTo>
                  <a:lnTo>
                    <a:pt x="106794" y="0"/>
                  </a:lnTo>
                  <a:lnTo>
                    <a:pt x="99352" y="723"/>
                  </a:lnTo>
                  <a:lnTo>
                    <a:pt x="57035" y="15074"/>
                  </a:lnTo>
                  <a:lnTo>
                    <a:pt x="23418" y="44538"/>
                  </a:lnTo>
                  <a:lnTo>
                    <a:pt x="3657" y="84632"/>
                  </a:lnTo>
                  <a:lnTo>
                    <a:pt x="0" y="106781"/>
                  </a:lnTo>
                  <a:lnTo>
                    <a:pt x="0" y="2219312"/>
                  </a:lnTo>
                  <a:lnTo>
                    <a:pt x="0" y="2226818"/>
                  </a:lnTo>
                  <a:lnTo>
                    <a:pt x="11569" y="2269985"/>
                  </a:lnTo>
                  <a:lnTo>
                    <a:pt x="38773" y="2305443"/>
                  </a:lnTo>
                  <a:lnTo>
                    <a:pt x="77495" y="2327783"/>
                  </a:lnTo>
                  <a:lnTo>
                    <a:pt x="106794" y="2333612"/>
                  </a:lnTo>
                  <a:lnTo>
                    <a:pt x="114300" y="2333612"/>
                  </a:lnTo>
                  <a:lnTo>
                    <a:pt x="114300" y="2329878"/>
                  </a:lnTo>
                  <a:lnTo>
                    <a:pt x="120561" y="2331440"/>
                  </a:lnTo>
                  <a:lnTo>
                    <a:pt x="131610" y="2333079"/>
                  </a:lnTo>
                  <a:lnTo>
                    <a:pt x="142862" y="2333625"/>
                  </a:lnTo>
                  <a:lnTo>
                    <a:pt x="2587815" y="2333625"/>
                  </a:lnTo>
                  <a:lnTo>
                    <a:pt x="2634843" y="2328989"/>
                  </a:lnTo>
                  <a:lnTo>
                    <a:pt x="2680068" y="2315273"/>
                  </a:lnTo>
                  <a:lnTo>
                    <a:pt x="2721762" y="2292997"/>
                  </a:lnTo>
                  <a:lnTo>
                    <a:pt x="2758236" y="2263063"/>
                  </a:lnTo>
                  <a:lnTo>
                    <a:pt x="2788272" y="2226475"/>
                  </a:lnTo>
                  <a:lnTo>
                    <a:pt x="2810560" y="2184793"/>
                  </a:lnTo>
                  <a:lnTo>
                    <a:pt x="2824276" y="2139556"/>
                  </a:lnTo>
                  <a:lnTo>
                    <a:pt x="2828912" y="2092528"/>
                  </a:lnTo>
                  <a:lnTo>
                    <a:pt x="2828912" y="241109"/>
                  </a:lnTo>
                  <a:close/>
                </a:path>
              </a:pathLst>
            </a:custGeom>
            <a:solidFill>
              <a:srgbClr val="D741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9566" y="2001837"/>
            <a:ext cx="2091055" cy="1869439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81280">
              <a:lnSpc>
                <a:spcPct val="106100"/>
              </a:lnSpc>
              <a:spcBef>
                <a:spcPts val="15"/>
              </a:spcBef>
            </a:pPr>
            <a:r>
              <a:rPr dirty="0" sz="1650" spc="-45" b="1">
                <a:solidFill>
                  <a:srgbClr val="E0E4E6"/>
                </a:solidFill>
                <a:latin typeface="Tahoma"/>
                <a:cs typeface="Tahoma"/>
              </a:rPr>
              <a:t>Fragmented</a:t>
            </a:r>
            <a:r>
              <a:rPr dirty="0" sz="1650" spc="-14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Course Discovery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700"/>
              </a:lnSpc>
              <a:spcBef>
                <a:spcPts val="695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Students</a:t>
            </a:r>
            <a:r>
              <a:rPr dirty="0" sz="1500" spc="-6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struggle</a:t>
            </a:r>
            <a:r>
              <a:rPr dirty="0" sz="1500" spc="-6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to</a:t>
            </a:r>
            <a:r>
              <a:rPr dirty="0" sz="1500" spc="-6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find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structured</a:t>
            </a:r>
            <a:r>
              <a:rPr dirty="0" sz="1500" spc="6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professional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courses</a:t>
            </a:r>
            <a:r>
              <a:rPr dirty="0" sz="1500" spc="2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across</a:t>
            </a:r>
            <a:r>
              <a:rPr dirty="0" sz="1500" spc="2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multiple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scattered</a:t>
            </a:r>
            <a:r>
              <a:rPr dirty="0" sz="1500" spc="6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platforms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38550" y="1790699"/>
            <a:ext cx="2828925" cy="2333625"/>
            <a:chOff x="3638550" y="1790699"/>
            <a:chExt cx="2828925" cy="2333625"/>
          </a:xfrm>
        </p:grpSpPr>
        <p:sp>
          <p:nvSpPr>
            <p:cNvPr id="13" name="object 13"/>
            <p:cNvSpPr/>
            <p:nvPr/>
          </p:nvSpPr>
          <p:spPr>
            <a:xfrm>
              <a:off x="3667125" y="1804987"/>
              <a:ext cx="2786380" cy="2305050"/>
            </a:xfrm>
            <a:custGeom>
              <a:avLst/>
              <a:gdLst/>
              <a:ahLst/>
              <a:cxnLst/>
              <a:rect l="l" t="t" r="r" b="b"/>
              <a:pathLst>
                <a:path w="2786379" h="2305050">
                  <a:moveTo>
                    <a:pt x="2566670" y="0"/>
                  </a:moveTo>
                  <a:lnTo>
                    <a:pt x="106794" y="0"/>
                  </a:lnTo>
                  <a:lnTo>
                    <a:pt x="99364" y="647"/>
                  </a:lnTo>
                  <a:lnTo>
                    <a:pt x="57035" y="13208"/>
                  </a:lnTo>
                  <a:lnTo>
                    <a:pt x="23431" y="38989"/>
                  </a:lnTo>
                  <a:lnTo>
                    <a:pt x="3657" y="74053"/>
                  </a:lnTo>
                  <a:lnTo>
                    <a:pt x="0" y="93446"/>
                  </a:lnTo>
                  <a:lnTo>
                    <a:pt x="0" y="2205037"/>
                  </a:lnTo>
                  <a:lnTo>
                    <a:pt x="0" y="2211603"/>
                  </a:lnTo>
                  <a:lnTo>
                    <a:pt x="11569" y="2249373"/>
                  </a:lnTo>
                  <a:lnTo>
                    <a:pt x="38785" y="2280399"/>
                  </a:lnTo>
                  <a:lnTo>
                    <a:pt x="77495" y="2299944"/>
                  </a:lnTo>
                  <a:lnTo>
                    <a:pt x="106794" y="2305050"/>
                  </a:lnTo>
                  <a:lnTo>
                    <a:pt x="2566670" y="2305050"/>
                  </a:lnTo>
                  <a:lnTo>
                    <a:pt x="2610777" y="2299246"/>
                  </a:lnTo>
                  <a:lnTo>
                    <a:pt x="2652915" y="2284945"/>
                  </a:lnTo>
                  <a:lnTo>
                    <a:pt x="2691434" y="2262695"/>
                  </a:lnTo>
                  <a:lnTo>
                    <a:pt x="2724886" y="2233371"/>
                  </a:lnTo>
                  <a:lnTo>
                    <a:pt x="2751963" y="2198065"/>
                  </a:lnTo>
                  <a:lnTo>
                    <a:pt x="2771635" y="2158174"/>
                  </a:lnTo>
                  <a:lnTo>
                    <a:pt x="2783154" y="2115197"/>
                  </a:lnTo>
                  <a:lnTo>
                    <a:pt x="2786062" y="2085670"/>
                  </a:lnTo>
                  <a:lnTo>
                    <a:pt x="2786062" y="219379"/>
                  </a:lnTo>
                  <a:lnTo>
                    <a:pt x="2780258" y="175272"/>
                  </a:lnTo>
                  <a:lnTo>
                    <a:pt x="2765958" y="133159"/>
                  </a:lnTo>
                  <a:lnTo>
                    <a:pt x="2743708" y="94627"/>
                  </a:lnTo>
                  <a:lnTo>
                    <a:pt x="2714371" y="61175"/>
                  </a:lnTo>
                  <a:lnTo>
                    <a:pt x="2679077" y="34099"/>
                  </a:lnTo>
                  <a:lnTo>
                    <a:pt x="2639187" y="14427"/>
                  </a:lnTo>
                  <a:lnTo>
                    <a:pt x="2596210" y="2908"/>
                  </a:lnTo>
                  <a:lnTo>
                    <a:pt x="2574086" y="368"/>
                  </a:lnTo>
                  <a:lnTo>
                    <a:pt x="2566670" y="0"/>
                  </a:lnTo>
                  <a:close/>
                </a:path>
              </a:pathLst>
            </a:custGeom>
            <a:solidFill>
              <a:srgbClr val="09081B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38550" y="1790712"/>
              <a:ext cx="2828925" cy="2333625"/>
            </a:xfrm>
            <a:custGeom>
              <a:avLst/>
              <a:gdLst/>
              <a:ahLst/>
              <a:cxnLst/>
              <a:rect l="l" t="t" r="r" b="b"/>
              <a:pathLst>
                <a:path w="2828925" h="2333625">
                  <a:moveTo>
                    <a:pt x="2828912" y="241109"/>
                  </a:moveTo>
                  <a:lnTo>
                    <a:pt x="2824276" y="194068"/>
                  </a:lnTo>
                  <a:lnTo>
                    <a:pt x="2810560" y="148831"/>
                  </a:lnTo>
                  <a:lnTo>
                    <a:pt x="2800337" y="127254"/>
                  </a:lnTo>
                  <a:lnTo>
                    <a:pt x="2800337" y="241109"/>
                  </a:lnTo>
                  <a:lnTo>
                    <a:pt x="2800337" y="2092528"/>
                  </a:lnTo>
                  <a:lnTo>
                    <a:pt x="2796260" y="2133981"/>
                  </a:lnTo>
                  <a:lnTo>
                    <a:pt x="2784157" y="2173859"/>
                  </a:lnTo>
                  <a:lnTo>
                    <a:pt x="2764523" y="2210600"/>
                  </a:lnTo>
                  <a:lnTo>
                    <a:pt x="2738564" y="2242312"/>
                  </a:lnTo>
                  <a:lnTo>
                    <a:pt x="2738094" y="2242794"/>
                  </a:lnTo>
                  <a:lnTo>
                    <a:pt x="2705887" y="2269236"/>
                  </a:lnTo>
                  <a:lnTo>
                    <a:pt x="2669146" y="2288870"/>
                  </a:lnTo>
                  <a:lnTo>
                    <a:pt x="2629268" y="2300960"/>
                  </a:lnTo>
                  <a:lnTo>
                    <a:pt x="2587815" y="2305050"/>
                  </a:lnTo>
                  <a:lnTo>
                    <a:pt x="142862" y="2305050"/>
                  </a:lnTo>
                  <a:lnTo>
                    <a:pt x="131610" y="2304631"/>
                  </a:lnTo>
                  <a:lnTo>
                    <a:pt x="120573" y="2303411"/>
                  </a:lnTo>
                  <a:lnTo>
                    <a:pt x="114300" y="2302243"/>
                  </a:lnTo>
                  <a:lnTo>
                    <a:pt x="114300" y="31394"/>
                  </a:lnTo>
                  <a:lnTo>
                    <a:pt x="120573" y="30200"/>
                  </a:lnTo>
                  <a:lnTo>
                    <a:pt x="131610" y="28981"/>
                  </a:lnTo>
                  <a:lnTo>
                    <a:pt x="142862" y="28575"/>
                  </a:lnTo>
                  <a:lnTo>
                    <a:pt x="2587815" y="28575"/>
                  </a:lnTo>
                  <a:lnTo>
                    <a:pt x="2629268" y="32664"/>
                  </a:lnTo>
                  <a:lnTo>
                    <a:pt x="2669146" y="44754"/>
                  </a:lnTo>
                  <a:lnTo>
                    <a:pt x="2705887" y="64389"/>
                  </a:lnTo>
                  <a:lnTo>
                    <a:pt x="2738082" y="90817"/>
                  </a:lnTo>
                  <a:lnTo>
                    <a:pt x="2738348" y="91097"/>
                  </a:lnTo>
                  <a:lnTo>
                    <a:pt x="2745295" y="98374"/>
                  </a:lnTo>
                  <a:lnTo>
                    <a:pt x="2770111" y="131838"/>
                  </a:lnTo>
                  <a:lnTo>
                    <a:pt x="2787916" y="169506"/>
                  </a:lnTo>
                  <a:lnTo>
                    <a:pt x="2798051" y="209931"/>
                  </a:lnTo>
                  <a:lnTo>
                    <a:pt x="2800337" y="241109"/>
                  </a:lnTo>
                  <a:lnTo>
                    <a:pt x="2800337" y="127254"/>
                  </a:lnTo>
                  <a:lnTo>
                    <a:pt x="2774188" y="88138"/>
                  </a:lnTo>
                  <a:lnTo>
                    <a:pt x="2758757" y="71107"/>
                  </a:lnTo>
                  <a:lnTo>
                    <a:pt x="2758554" y="70891"/>
                  </a:lnTo>
                  <a:lnTo>
                    <a:pt x="2758300" y="70612"/>
                  </a:lnTo>
                  <a:lnTo>
                    <a:pt x="2749715" y="62433"/>
                  </a:lnTo>
                  <a:lnTo>
                    <a:pt x="2711754" y="34290"/>
                  </a:lnTo>
                  <a:lnTo>
                    <a:pt x="2669019" y="14084"/>
                  </a:lnTo>
                  <a:lnTo>
                    <a:pt x="2623185" y="2603"/>
                  </a:lnTo>
                  <a:lnTo>
                    <a:pt x="2587815" y="0"/>
                  </a:lnTo>
                  <a:lnTo>
                    <a:pt x="142862" y="0"/>
                  </a:lnTo>
                  <a:lnTo>
                    <a:pt x="131610" y="533"/>
                  </a:lnTo>
                  <a:lnTo>
                    <a:pt x="120573" y="2171"/>
                  </a:lnTo>
                  <a:lnTo>
                    <a:pt x="114300" y="3746"/>
                  </a:lnTo>
                  <a:lnTo>
                    <a:pt x="114300" y="0"/>
                  </a:lnTo>
                  <a:lnTo>
                    <a:pt x="106794" y="0"/>
                  </a:lnTo>
                  <a:lnTo>
                    <a:pt x="99364" y="723"/>
                  </a:lnTo>
                  <a:lnTo>
                    <a:pt x="57035" y="15074"/>
                  </a:lnTo>
                  <a:lnTo>
                    <a:pt x="23431" y="44538"/>
                  </a:lnTo>
                  <a:lnTo>
                    <a:pt x="3657" y="84632"/>
                  </a:lnTo>
                  <a:lnTo>
                    <a:pt x="0" y="106781"/>
                  </a:lnTo>
                  <a:lnTo>
                    <a:pt x="0" y="2219312"/>
                  </a:lnTo>
                  <a:lnTo>
                    <a:pt x="0" y="2226818"/>
                  </a:lnTo>
                  <a:lnTo>
                    <a:pt x="11569" y="2269985"/>
                  </a:lnTo>
                  <a:lnTo>
                    <a:pt x="38785" y="2305443"/>
                  </a:lnTo>
                  <a:lnTo>
                    <a:pt x="77495" y="2327783"/>
                  </a:lnTo>
                  <a:lnTo>
                    <a:pt x="106794" y="2333612"/>
                  </a:lnTo>
                  <a:lnTo>
                    <a:pt x="114300" y="2333612"/>
                  </a:lnTo>
                  <a:lnTo>
                    <a:pt x="114300" y="2329878"/>
                  </a:lnTo>
                  <a:lnTo>
                    <a:pt x="120573" y="2331440"/>
                  </a:lnTo>
                  <a:lnTo>
                    <a:pt x="131610" y="2333079"/>
                  </a:lnTo>
                  <a:lnTo>
                    <a:pt x="142862" y="2333625"/>
                  </a:lnTo>
                  <a:lnTo>
                    <a:pt x="2587815" y="2333625"/>
                  </a:lnTo>
                  <a:lnTo>
                    <a:pt x="2634843" y="2328989"/>
                  </a:lnTo>
                  <a:lnTo>
                    <a:pt x="2680068" y="2315273"/>
                  </a:lnTo>
                  <a:lnTo>
                    <a:pt x="2721762" y="2292997"/>
                  </a:lnTo>
                  <a:lnTo>
                    <a:pt x="2758236" y="2263063"/>
                  </a:lnTo>
                  <a:lnTo>
                    <a:pt x="2788272" y="2226475"/>
                  </a:lnTo>
                  <a:lnTo>
                    <a:pt x="2810560" y="2184793"/>
                  </a:lnTo>
                  <a:lnTo>
                    <a:pt x="2824276" y="2139556"/>
                  </a:lnTo>
                  <a:lnTo>
                    <a:pt x="2828912" y="2092528"/>
                  </a:lnTo>
                  <a:lnTo>
                    <a:pt x="2828912" y="241109"/>
                  </a:lnTo>
                  <a:close/>
                </a:path>
              </a:pathLst>
            </a:custGeom>
            <a:solidFill>
              <a:srgbClr val="48A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962793" y="2001837"/>
            <a:ext cx="2197100" cy="1869439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129539">
              <a:lnSpc>
                <a:spcPct val="106100"/>
              </a:lnSpc>
              <a:spcBef>
                <a:spcPts val="15"/>
              </a:spcBef>
            </a:pPr>
            <a:r>
              <a:rPr dirty="0" sz="1650" spc="-35" b="1">
                <a:solidFill>
                  <a:srgbClr val="E0E4E6"/>
                </a:solidFill>
                <a:latin typeface="Tahoma"/>
                <a:cs typeface="Tahoma"/>
              </a:rPr>
              <a:t>Complex</a:t>
            </a:r>
            <a:r>
              <a:rPr dirty="0" sz="1650" spc="-14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40" b="1">
                <a:solidFill>
                  <a:srgbClr val="E0E4E6"/>
                </a:solidFill>
                <a:latin typeface="Tahoma"/>
                <a:cs typeface="Tahoma"/>
              </a:rPr>
              <a:t>Enrollment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Processes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700"/>
              </a:lnSpc>
              <a:spcBef>
                <a:spcPts val="695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Existing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platforms</a:t>
            </a:r>
            <a:r>
              <a:rPr dirty="0" sz="1500" spc="-1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often </a:t>
            </a:r>
            <a:r>
              <a:rPr dirty="0" sz="1500" spc="-30">
                <a:solidFill>
                  <a:srgbClr val="E0E4E6"/>
                </a:solidFill>
                <a:latin typeface="Tahoma"/>
                <a:cs typeface="Tahoma"/>
              </a:rPr>
              <a:t>have</a:t>
            </a:r>
            <a:r>
              <a:rPr dirty="0" sz="1500" spc="-7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confusing</a:t>
            </a:r>
            <a:r>
              <a:rPr dirty="0" sz="1500" spc="-7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navigation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</a:t>
            </a:r>
            <a:r>
              <a:rPr dirty="0" sz="1500" spc="-14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overwhelming interfaces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7700" y="4314824"/>
            <a:ext cx="2828925" cy="2333625"/>
            <a:chOff x="647700" y="4314824"/>
            <a:chExt cx="2828925" cy="2333625"/>
          </a:xfrm>
        </p:grpSpPr>
        <p:sp>
          <p:nvSpPr>
            <p:cNvPr id="17" name="object 17"/>
            <p:cNvSpPr/>
            <p:nvPr/>
          </p:nvSpPr>
          <p:spPr>
            <a:xfrm>
              <a:off x="676275" y="4329112"/>
              <a:ext cx="2786380" cy="2305050"/>
            </a:xfrm>
            <a:custGeom>
              <a:avLst/>
              <a:gdLst/>
              <a:ahLst/>
              <a:cxnLst/>
              <a:rect l="l" t="t" r="r" b="b"/>
              <a:pathLst>
                <a:path w="2786379" h="2305050">
                  <a:moveTo>
                    <a:pt x="2566670" y="0"/>
                  </a:moveTo>
                  <a:lnTo>
                    <a:pt x="106794" y="0"/>
                  </a:lnTo>
                  <a:lnTo>
                    <a:pt x="99362" y="647"/>
                  </a:lnTo>
                  <a:lnTo>
                    <a:pt x="57040" y="13208"/>
                  </a:lnTo>
                  <a:lnTo>
                    <a:pt x="23430" y="38989"/>
                  </a:lnTo>
                  <a:lnTo>
                    <a:pt x="3661" y="74053"/>
                  </a:lnTo>
                  <a:lnTo>
                    <a:pt x="0" y="93446"/>
                  </a:lnTo>
                  <a:lnTo>
                    <a:pt x="0" y="2205037"/>
                  </a:lnTo>
                  <a:lnTo>
                    <a:pt x="0" y="2211603"/>
                  </a:lnTo>
                  <a:lnTo>
                    <a:pt x="11573" y="2249373"/>
                  </a:lnTo>
                  <a:lnTo>
                    <a:pt x="38784" y="2280399"/>
                  </a:lnTo>
                  <a:lnTo>
                    <a:pt x="77495" y="2299944"/>
                  </a:lnTo>
                  <a:lnTo>
                    <a:pt x="106794" y="2305050"/>
                  </a:lnTo>
                  <a:lnTo>
                    <a:pt x="2566670" y="2305050"/>
                  </a:lnTo>
                  <a:lnTo>
                    <a:pt x="2610777" y="2299246"/>
                  </a:lnTo>
                  <a:lnTo>
                    <a:pt x="2652915" y="2284945"/>
                  </a:lnTo>
                  <a:lnTo>
                    <a:pt x="2691434" y="2262695"/>
                  </a:lnTo>
                  <a:lnTo>
                    <a:pt x="2724886" y="2233371"/>
                  </a:lnTo>
                  <a:lnTo>
                    <a:pt x="2751963" y="2198065"/>
                  </a:lnTo>
                  <a:lnTo>
                    <a:pt x="2771635" y="2158174"/>
                  </a:lnTo>
                  <a:lnTo>
                    <a:pt x="2783154" y="2115197"/>
                  </a:lnTo>
                  <a:lnTo>
                    <a:pt x="2786062" y="2085670"/>
                  </a:lnTo>
                  <a:lnTo>
                    <a:pt x="2786062" y="219379"/>
                  </a:lnTo>
                  <a:lnTo>
                    <a:pt x="2780258" y="175272"/>
                  </a:lnTo>
                  <a:lnTo>
                    <a:pt x="2765958" y="133159"/>
                  </a:lnTo>
                  <a:lnTo>
                    <a:pt x="2743708" y="94627"/>
                  </a:lnTo>
                  <a:lnTo>
                    <a:pt x="2714371" y="61175"/>
                  </a:lnTo>
                  <a:lnTo>
                    <a:pt x="2679090" y="34099"/>
                  </a:lnTo>
                  <a:lnTo>
                    <a:pt x="2639187" y="14427"/>
                  </a:lnTo>
                  <a:lnTo>
                    <a:pt x="2596210" y="2908"/>
                  </a:lnTo>
                  <a:lnTo>
                    <a:pt x="2574086" y="368"/>
                  </a:lnTo>
                  <a:lnTo>
                    <a:pt x="2566670" y="0"/>
                  </a:lnTo>
                  <a:close/>
                </a:path>
              </a:pathLst>
            </a:custGeom>
            <a:solidFill>
              <a:srgbClr val="09081B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47700" y="4314824"/>
              <a:ext cx="2828925" cy="2334260"/>
            </a:xfrm>
            <a:custGeom>
              <a:avLst/>
              <a:gdLst/>
              <a:ahLst/>
              <a:cxnLst/>
              <a:rect l="l" t="t" r="r" b="b"/>
              <a:pathLst>
                <a:path w="2828925" h="2334259">
                  <a:moveTo>
                    <a:pt x="2828912" y="241122"/>
                  </a:moveTo>
                  <a:lnTo>
                    <a:pt x="2824276" y="194081"/>
                  </a:lnTo>
                  <a:lnTo>
                    <a:pt x="2810560" y="148844"/>
                  </a:lnTo>
                  <a:lnTo>
                    <a:pt x="2800337" y="127266"/>
                  </a:lnTo>
                  <a:lnTo>
                    <a:pt x="2800337" y="241122"/>
                  </a:lnTo>
                  <a:lnTo>
                    <a:pt x="2800337" y="2092528"/>
                  </a:lnTo>
                  <a:lnTo>
                    <a:pt x="2796260" y="2133993"/>
                  </a:lnTo>
                  <a:lnTo>
                    <a:pt x="2784157" y="2173859"/>
                  </a:lnTo>
                  <a:lnTo>
                    <a:pt x="2764523" y="2210612"/>
                  </a:lnTo>
                  <a:lnTo>
                    <a:pt x="2738564" y="2242324"/>
                  </a:lnTo>
                  <a:lnTo>
                    <a:pt x="2738094" y="2242807"/>
                  </a:lnTo>
                  <a:lnTo>
                    <a:pt x="2705887" y="2269248"/>
                  </a:lnTo>
                  <a:lnTo>
                    <a:pt x="2669146" y="2288883"/>
                  </a:lnTo>
                  <a:lnTo>
                    <a:pt x="2629268" y="2300973"/>
                  </a:lnTo>
                  <a:lnTo>
                    <a:pt x="2587815" y="2305062"/>
                  </a:lnTo>
                  <a:lnTo>
                    <a:pt x="142862" y="2305062"/>
                  </a:lnTo>
                  <a:lnTo>
                    <a:pt x="131610" y="2304643"/>
                  </a:lnTo>
                  <a:lnTo>
                    <a:pt x="120561" y="2303424"/>
                  </a:lnTo>
                  <a:lnTo>
                    <a:pt x="114300" y="2302256"/>
                  </a:lnTo>
                  <a:lnTo>
                    <a:pt x="114300" y="31407"/>
                  </a:lnTo>
                  <a:lnTo>
                    <a:pt x="120561" y="30213"/>
                  </a:lnTo>
                  <a:lnTo>
                    <a:pt x="131610" y="28994"/>
                  </a:lnTo>
                  <a:lnTo>
                    <a:pt x="142862" y="28587"/>
                  </a:lnTo>
                  <a:lnTo>
                    <a:pt x="2587815" y="28587"/>
                  </a:lnTo>
                  <a:lnTo>
                    <a:pt x="2629268" y="32677"/>
                  </a:lnTo>
                  <a:lnTo>
                    <a:pt x="2669146" y="44767"/>
                  </a:lnTo>
                  <a:lnTo>
                    <a:pt x="2705887" y="64401"/>
                  </a:lnTo>
                  <a:lnTo>
                    <a:pt x="2738082" y="90830"/>
                  </a:lnTo>
                  <a:lnTo>
                    <a:pt x="2738348" y="91109"/>
                  </a:lnTo>
                  <a:lnTo>
                    <a:pt x="2745295" y="98386"/>
                  </a:lnTo>
                  <a:lnTo>
                    <a:pt x="2770111" y="131851"/>
                  </a:lnTo>
                  <a:lnTo>
                    <a:pt x="2787916" y="169519"/>
                  </a:lnTo>
                  <a:lnTo>
                    <a:pt x="2798051" y="209931"/>
                  </a:lnTo>
                  <a:lnTo>
                    <a:pt x="2800337" y="241122"/>
                  </a:lnTo>
                  <a:lnTo>
                    <a:pt x="2800337" y="127266"/>
                  </a:lnTo>
                  <a:lnTo>
                    <a:pt x="2774188" y="88150"/>
                  </a:lnTo>
                  <a:lnTo>
                    <a:pt x="2758757" y="71120"/>
                  </a:lnTo>
                  <a:lnTo>
                    <a:pt x="2758554" y="70904"/>
                  </a:lnTo>
                  <a:lnTo>
                    <a:pt x="2758300" y="70624"/>
                  </a:lnTo>
                  <a:lnTo>
                    <a:pt x="2749715" y="62445"/>
                  </a:lnTo>
                  <a:lnTo>
                    <a:pt x="2711754" y="34302"/>
                  </a:lnTo>
                  <a:lnTo>
                    <a:pt x="2669019" y="14097"/>
                  </a:lnTo>
                  <a:lnTo>
                    <a:pt x="2623185" y="2616"/>
                  </a:lnTo>
                  <a:lnTo>
                    <a:pt x="2587815" y="12"/>
                  </a:lnTo>
                  <a:lnTo>
                    <a:pt x="142862" y="12"/>
                  </a:lnTo>
                  <a:lnTo>
                    <a:pt x="131610" y="546"/>
                  </a:lnTo>
                  <a:lnTo>
                    <a:pt x="120561" y="2184"/>
                  </a:lnTo>
                  <a:lnTo>
                    <a:pt x="114300" y="3759"/>
                  </a:lnTo>
                  <a:lnTo>
                    <a:pt x="114300" y="0"/>
                  </a:lnTo>
                  <a:lnTo>
                    <a:pt x="106794" y="0"/>
                  </a:lnTo>
                  <a:lnTo>
                    <a:pt x="99352" y="736"/>
                  </a:lnTo>
                  <a:lnTo>
                    <a:pt x="57035" y="15087"/>
                  </a:lnTo>
                  <a:lnTo>
                    <a:pt x="23418" y="44551"/>
                  </a:lnTo>
                  <a:lnTo>
                    <a:pt x="3657" y="84645"/>
                  </a:lnTo>
                  <a:lnTo>
                    <a:pt x="0" y="106794"/>
                  </a:lnTo>
                  <a:lnTo>
                    <a:pt x="0" y="2219325"/>
                  </a:lnTo>
                  <a:lnTo>
                    <a:pt x="0" y="2226830"/>
                  </a:lnTo>
                  <a:lnTo>
                    <a:pt x="11569" y="2269998"/>
                  </a:lnTo>
                  <a:lnTo>
                    <a:pt x="38773" y="2305456"/>
                  </a:lnTo>
                  <a:lnTo>
                    <a:pt x="77495" y="2327795"/>
                  </a:lnTo>
                  <a:lnTo>
                    <a:pt x="106794" y="2333625"/>
                  </a:lnTo>
                  <a:lnTo>
                    <a:pt x="114300" y="2333625"/>
                  </a:lnTo>
                  <a:lnTo>
                    <a:pt x="114300" y="2329891"/>
                  </a:lnTo>
                  <a:lnTo>
                    <a:pt x="120561" y="2331453"/>
                  </a:lnTo>
                  <a:lnTo>
                    <a:pt x="131610" y="2333091"/>
                  </a:lnTo>
                  <a:lnTo>
                    <a:pt x="142862" y="2333637"/>
                  </a:lnTo>
                  <a:lnTo>
                    <a:pt x="2587815" y="2333637"/>
                  </a:lnTo>
                  <a:lnTo>
                    <a:pt x="2634843" y="2329002"/>
                  </a:lnTo>
                  <a:lnTo>
                    <a:pt x="2680068" y="2315286"/>
                  </a:lnTo>
                  <a:lnTo>
                    <a:pt x="2721762" y="2293010"/>
                  </a:lnTo>
                  <a:lnTo>
                    <a:pt x="2758236" y="2263076"/>
                  </a:lnTo>
                  <a:lnTo>
                    <a:pt x="2788272" y="2226487"/>
                  </a:lnTo>
                  <a:lnTo>
                    <a:pt x="2810560" y="2184806"/>
                  </a:lnTo>
                  <a:lnTo>
                    <a:pt x="2824276" y="2139569"/>
                  </a:lnTo>
                  <a:lnTo>
                    <a:pt x="2828912" y="2092528"/>
                  </a:lnTo>
                  <a:lnTo>
                    <a:pt x="2828912" y="241122"/>
                  </a:lnTo>
                  <a:close/>
                </a:path>
              </a:pathLst>
            </a:custGeom>
            <a:solidFill>
              <a:srgbClr val="59AA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69566" y="4497387"/>
            <a:ext cx="2239010" cy="189801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906144">
              <a:lnSpc>
                <a:spcPct val="109800"/>
              </a:lnSpc>
              <a:spcBef>
                <a:spcPts val="90"/>
              </a:spcBef>
            </a:pPr>
            <a:r>
              <a:rPr dirty="0" sz="1650" spc="-35" b="1">
                <a:solidFill>
                  <a:srgbClr val="E0E4E6"/>
                </a:solidFill>
                <a:latin typeface="Tahoma"/>
                <a:cs typeface="Tahoma"/>
              </a:rPr>
              <a:t>Lack</a:t>
            </a:r>
            <a:r>
              <a:rPr dirty="0" sz="1650" spc="-18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of</a:t>
            </a:r>
            <a:r>
              <a:rPr dirty="0" sz="1650" spc="-18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E0E4E6"/>
                </a:solidFill>
                <a:latin typeface="Tahoma"/>
                <a:cs typeface="Tahoma"/>
              </a:rPr>
              <a:t>Clear </a:t>
            </a:r>
            <a:r>
              <a:rPr dirty="0" sz="1650" spc="-40" b="1">
                <a:solidFill>
                  <a:srgbClr val="E0E4E6"/>
                </a:solidFill>
                <a:latin typeface="Tahoma"/>
                <a:cs typeface="Tahoma"/>
              </a:rPr>
              <a:t>Organization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700"/>
              </a:lnSpc>
              <a:spcBef>
                <a:spcPts val="695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Courses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aren't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categorized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effectively,</a:t>
            </a:r>
            <a:r>
              <a:rPr dirty="0" sz="1500" spc="-1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making</a:t>
            </a:r>
            <a:r>
              <a:rPr dirty="0" sz="1500" spc="-1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50">
                <a:solidFill>
                  <a:srgbClr val="E0E4E6"/>
                </a:solidFill>
                <a:latin typeface="Tahoma"/>
                <a:cs typeface="Tahoma"/>
              </a:rPr>
              <a:t>it</a:t>
            </a:r>
            <a:r>
              <a:rPr dirty="0" sz="1500" spc="-14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hard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to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find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relevant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learning paths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1706" y="7017225"/>
            <a:ext cx="5367020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"Students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need</a:t>
            </a:r>
            <a:r>
              <a:rPr dirty="0" sz="1500" spc="-114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simple,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centralized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platform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that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makes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course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discovery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enrollment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effortless"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76275" y="6857996"/>
            <a:ext cx="28575" cy="1057275"/>
          </a:xfrm>
          <a:custGeom>
            <a:avLst/>
            <a:gdLst/>
            <a:ahLst/>
            <a:cxnLst/>
            <a:rect l="l" t="t" r="r" b="b"/>
            <a:pathLst>
              <a:path w="28575" h="1057275">
                <a:moveTo>
                  <a:pt x="28575" y="0"/>
                </a:moveTo>
                <a:lnTo>
                  <a:pt x="0" y="0"/>
                </a:lnTo>
                <a:lnTo>
                  <a:pt x="0" y="1057275"/>
                </a:lnTo>
                <a:lnTo>
                  <a:pt x="28575" y="1057275"/>
                </a:lnTo>
                <a:lnTo>
                  <a:pt x="28575" y="0"/>
                </a:lnTo>
                <a:close/>
              </a:path>
            </a:pathLst>
          </a:custGeom>
          <a:solidFill>
            <a:srgbClr val="15FFB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7931657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48631" y="939800"/>
            <a:ext cx="37363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5"/>
              <a:t>Project</a:t>
            </a:r>
            <a:r>
              <a:rPr dirty="0" spc="-370"/>
              <a:t> </a:t>
            </a:r>
            <a:r>
              <a:rPr dirty="0" spc="-60"/>
              <a:t>Objectives</a:t>
            </a:r>
          </a:p>
        </p:txBody>
      </p:sp>
      <p:sp>
        <p:nvSpPr>
          <p:cNvPr id="4" name="object 4"/>
          <p:cNvSpPr/>
          <p:nvPr/>
        </p:nvSpPr>
        <p:spPr>
          <a:xfrm>
            <a:off x="4962525" y="2085974"/>
            <a:ext cx="2800350" cy="28575"/>
          </a:xfrm>
          <a:custGeom>
            <a:avLst/>
            <a:gdLst/>
            <a:ahLst/>
            <a:cxnLst/>
            <a:rect l="l" t="t" r="r" b="b"/>
            <a:pathLst>
              <a:path w="2800350" h="28575">
                <a:moveTo>
                  <a:pt x="2800350" y="0"/>
                </a:moveTo>
                <a:lnTo>
                  <a:pt x="0" y="0"/>
                </a:lnTo>
                <a:lnTo>
                  <a:pt x="0" y="28575"/>
                </a:lnTo>
                <a:lnTo>
                  <a:pt x="2800350" y="28575"/>
                </a:lnTo>
                <a:lnTo>
                  <a:pt x="2800350" y="0"/>
                </a:lnTo>
                <a:close/>
              </a:path>
            </a:pathLst>
          </a:custGeom>
          <a:solidFill>
            <a:srgbClr val="15FF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948631" y="2220912"/>
            <a:ext cx="2738120" cy="12979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E0E4E6"/>
                </a:solidFill>
                <a:latin typeface="Tahoma"/>
                <a:cs typeface="Tahoma"/>
              </a:rPr>
              <a:t>Design</a:t>
            </a:r>
            <a:r>
              <a:rPr dirty="0" sz="1650" spc="-16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Excellence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400"/>
              </a:lnSpc>
              <a:spcBef>
                <a:spcPts val="685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Create</a:t>
            </a:r>
            <a:r>
              <a:rPr dirty="0" sz="1500" spc="-12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</a:t>
            </a:r>
            <a:r>
              <a:rPr dirty="0" sz="1500" spc="-12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responsive</a:t>
            </a:r>
            <a:r>
              <a:rPr dirty="0" sz="1500" spc="-12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</a:t>
            </a:r>
            <a:r>
              <a:rPr dirty="0" sz="1500" spc="-12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intuitive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course</a:t>
            </a:r>
            <a:r>
              <a:rPr dirty="0" sz="1500" spc="-7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enrollment</a:t>
            </a:r>
            <a:r>
              <a:rPr dirty="0" sz="1500" spc="-6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website</a:t>
            </a:r>
            <a:r>
              <a:rPr dirty="0" sz="1500" spc="-6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with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modern</a:t>
            </a:r>
            <a:r>
              <a:rPr dirty="0" sz="1500" spc="-13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E0E4E6"/>
                </a:solidFill>
                <a:latin typeface="Tahoma"/>
                <a:cs typeface="Tahoma"/>
              </a:rPr>
              <a:t>UI/UX</a:t>
            </a:r>
            <a:r>
              <a:rPr dirty="0" sz="1500" spc="-13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principles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2656" y="1766093"/>
            <a:ext cx="3220085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989580" algn="l"/>
              </a:tabLst>
            </a:pPr>
            <a:r>
              <a:rPr dirty="0" sz="1500" spc="-25" b="1">
                <a:solidFill>
                  <a:srgbClr val="E0E4E6"/>
                </a:solidFill>
                <a:latin typeface="Adobe Clean ExtraBold"/>
                <a:cs typeface="Adobe Clean ExtraBold"/>
              </a:rPr>
              <a:t>01</a:t>
            </a:r>
            <a:r>
              <a:rPr dirty="0" sz="1500" b="1">
                <a:solidFill>
                  <a:srgbClr val="E0E4E6"/>
                </a:solidFill>
                <a:latin typeface="Adobe Clean ExtraBold"/>
                <a:cs typeface="Adobe Clean ExtraBold"/>
              </a:rPr>
              <a:t>	</a:t>
            </a:r>
            <a:r>
              <a:rPr dirty="0" sz="1500" spc="-25" b="1">
                <a:solidFill>
                  <a:srgbClr val="E0E4E6"/>
                </a:solidFill>
                <a:latin typeface="Adobe Clean ExtraBold"/>
                <a:cs typeface="Adobe Clean ExtraBold"/>
              </a:rPr>
              <a:t>02</a:t>
            </a:r>
            <a:endParaRPr sz="1500">
              <a:latin typeface="Adobe Clean ExtraBold"/>
              <a:cs typeface="Adobe Clean ExtraBol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53375" y="2085974"/>
            <a:ext cx="2800350" cy="28575"/>
          </a:xfrm>
          <a:custGeom>
            <a:avLst/>
            <a:gdLst/>
            <a:ahLst/>
            <a:cxnLst/>
            <a:rect l="l" t="t" r="r" b="b"/>
            <a:pathLst>
              <a:path w="2800350" h="28575">
                <a:moveTo>
                  <a:pt x="2800350" y="0"/>
                </a:moveTo>
                <a:lnTo>
                  <a:pt x="0" y="0"/>
                </a:lnTo>
                <a:lnTo>
                  <a:pt x="0" y="28575"/>
                </a:lnTo>
                <a:lnTo>
                  <a:pt x="2800350" y="28575"/>
                </a:lnTo>
                <a:lnTo>
                  <a:pt x="2800350" y="0"/>
                </a:lnTo>
                <a:close/>
              </a:path>
            </a:pathLst>
          </a:custGeom>
          <a:solidFill>
            <a:srgbClr val="29DD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941868" y="2220912"/>
            <a:ext cx="2757805" cy="12979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Clear</a:t>
            </a:r>
            <a:r>
              <a:rPr dirty="0" sz="1650" spc="-18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Navigation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400"/>
              </a:lnSpc>
              <a:spcBef>
                <a:spcPts val="685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Showcase</a:t>
            </a:r>
            <a:r>
              <a:rPr dirty="0" sz="1500" spc="-1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course</a:t>
            </a:r>
            <a:r>
              <a:rPr dirty="0" sz="1500" spc="-1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categories</a:t>
            </a:r>
            <a:r>
              <a:rPr dirty="0" sz="1500" spc="-1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enrollment</a:t>
            </a:r>
            <a:r>
              <a:rPr dirty="0" sz="1500" spc="-7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options</a:t>
            </a:r>
            <a:r>
              <a:rPr dirty="0" sz="1500" spc="-7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through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logical,</a:t>
            </a:r>
            <a:r>
              <a:rPr dirty="0" sz="1500" spc="-5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user-friendly</a:t>
            </a:r>
            <a:r>
              <a:rPr dirty="0" sz="1500" spc="-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pathways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62525" y="4181475"/>
            <a:ext cx="5791200" cy="28575"/>
          </a:xfrm>
          <a:custGeom>
            <a:avLst/>
            <a:gdLst/>
            <a:ahLst/>
            <a:cxnLst/>
            <a:rect l="l" t="t" r="r" b="b"/>
            <a:pathLst>
              <a:path w="5791200" h="28575">
                <a:moveTo>
                  <a:pt x="5791200" y="0"/>
                </a:moveTo>
                <a:lnTo>
                  <a:pt x="0" y="0"/>
                </a:lnTo>
                <a:lnTo>
                  <a:pt x="0" y="28575"/>
                </a:lnTo>
                <a:lnTo>
                  <a:pt x="5791200" y="28575"/>
                </a:lnTo>
                <a:lnTo>
                  <a:pt x="5791200" y="0"/>
                </a:lnTo>
                <a:close/>
              </a:path>
            </a:pathLst>
          </a:custGeom>
          <a:solidFill>
            <a:srgbClr val="37A6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933899" y="3861593"/>
            <a:ext cx="5340985" cy="14478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25" b="1">
                <a:solidFill>
                  <a:srgbClr val="E0E4E6"/>
                </a:solidFill>
                <a:latin typeface="Adobe Clean ExtraBold"/>
                <a:cs typeface="Adobe Clean ExtraBold"/>
              </a:rPr>
              <a:t>03</a:t>
            </a:r>
            <a:endParaRPr sz="1500">
              <a:latin typeface="Adobe Clean ExtraBold"/>
              <a:cs typeface="Adobe Clean ExtraBold"/>
            </a:endParaRPr>
          </a:p>
          <a:p>
            <a:pPr marL="27305">
              <a:lnSpc>
                <a:spcPct val="100000"/>
              </a:lnSpc>
              <a:spcBef>
                <a:spcPts val="1800"/>
              </a:spcBef>
            </a:pPr>
            <a:r>
              <a:rPr dirty="0" sz="1650" spc="-30" b="1">
                <a:solidFill>
                  <a:srgbClr val="E0E4E6"/>
                </a:solidFill>
                <a:latin typeface="Tahoma"/>
                <a:cs typeface="Tahoma"/>
              </a:rPr>
              <a:t>Proof</a:t>
            </a:r>
            <a:r>
              <a:rPr dirty="0" sz="1650" spc="-18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of</a:t>
            </a:r>
            <a:r>
              <a:rPr dirty="0" sz="1650" spc="-17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Concept</a:t>
            </a:r>
            <a:endParaRPr sz="1650">
              <a:latin typeface="Tahoma"/>
              <a:cs typeface="Tahoma"/>
            </a:endParaRPr>
          </a:p>
          <a:p>
            <a:pPr marL="27305" marR="5080">
              <a:lnSpc>
                <a:spcPct val="137500"/>
              </a:lnSpc>
              <a:spcBef>
                <a:spcPts val="645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Demonstrate</a:t>
            </a:r>
            <a:r>
              <a:rPr dirty="0" sz="15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core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functionality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as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</a:t>
            </a:r>
            <a:r>
              <a:rPr dirty="0" sz="15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working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prototype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ready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for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future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development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11" name="object 11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275" y="571499"/>
            <a:ext cx="1190625" cy="361950"/>
            <a:chOff x="676275" y="571499"/>
            <a:chExt cx="1190625" cy="361950"/>
          </a:xfrm>
        </p:grpSpPr>
        <p:sp>
          <p:nvSpPr>
            <p:cNvPr id="3" name="object 3"/>
            <p:cNvSpPr/>
            <p:nvPr/>
          </p:nvSpPr>
          <p:spPr>
            <a:xfrm>
              <a:off x="676275" y="571499"/>
              <a:ext cx="1190625" cy="361950"/>
            </a:xfrm>
            <a:custGeom>
              <a:avLst/>
              <a:gdLst/>
              <a:ahLst/>
              <a:cxnLst/>
              <a:rect l="l" t="t" r="r" b="b"/>
              <a:pathLst>
                <a:path w="1190625" h="361950">
                  <a:moveTo>
                    <a:pt x="1009650" y="0"/>
                  </a:moveTo>
                  <a:lnTo>
                    <a:pt x="180975" y="0"/>
                  </a:lnTo>
                  <a:lnTo>
                    <a:pt x="172084" y="216"/>
                  </a:lnTo>
                  <a:lnTo>
                    <a:pt x="128440" y="7791"/>
                  </a:lnTo>
                  <a:lnTo>
                    <a:pt x="87943" y="25745"/>
                  </a:lnTo>
                  <a:lnTo>
                    <a:pt x="53007" y="53009"/>
                  </a:lnTo>
                  <a:lnTo>
                    <a:pt x="25740" y="87942"/>
                  </a:lnTo>
                  <a:lnTo>
                    <a:pt x="7790" y="128438"/>
                  </a:lnTo>
                  <a:lnTo>
                    <a:pt x="217" y="172083"/>
                  </a:lnTo>
                  <a:lnTo>
                    <a:pt x="0" y="180975"/>
                  </a:lnTo>
                  <a:lnTo>
                    <a:pt x="217" y="189866"/>
                  </a:lnTo>
                  <a:lnTo>
                    <a:pt x="7790" y="233511"/>
                  </a:lnTo>
                  <a:lnTo>
                    <a:pt x="25740" y="274007"/>
                  </a:lnTo>
                  <a:lnTo>
                    <a:pt x="53007" y="308940"/>
                  </a:lnTo>
                  <a:lnTo>
                    <a:pt x="87943" y="336210"/>
                  </a:lnTo>
                  <a:lnTo>
                    <a:pt x="128440" y="354153"/>
                  </a:lnTo>
                  <a:lnTo>
                    <a:pt x="172084" y="361733"/>
                  </a:lnTo>
                  <a:lnTo>
                    <a:pt x="180975" y="361950"/>
                  </a:lnTo>
                  <a:lnTo>
                    <a:pt x="1009650" y="361950"/>
                  </a:lnTo>
                  <a:lnTo>
                    <a:pt x="1053635" y="356519"/>
                  </a:lnTo>
                  <a:lnTo>
                    <a:pt x="1094963" y="340580"/>
                  </a:lnTo>
                  <a:lnTo>
                    <a:pt x="1131173" y="315076"/>
                  </a:lnTo>
                  <a:lnTo>
                    <a:pt x="1160119" y="281520"/>
                  </a:lnTo>
                  <a:lnTo>
                    <a:pt x="1180047" y="241934"/>
                  </a:lnTo>
                  <a:lnTo>
                    <a:pt x="1189756" y="198713"/>
                  </a:lnTo>
                  <a:lnTo>
                    <a:pt x="1190625" y="180975"/>
                  </a:lnTo>
                  <a:lnTo>
                    <a:pt x="1190408" y="172083"/>
                  </a:lnTo>
                  <a:lnTo>
                    <a:pt x="1182833" y="128438"/>
                  </a:lnTo>
                  <a:lnTo>
                    <a:pt x="1164879" y="87942"/>
                  </a:lnTo>
                  <a:lnTo>
                    <a:pt x="1137615" y="53009"/>
                  </a:lnTo>
                  <a:lnTo>
                    <a:pt x="1102682" y="25745"/>
                  </a:lnTo>
                  <a:lnTo>
                    <a:pt x="1062186" y="7791"/>
                  </a:lnTo>
                  <a:lnTo>
                    <a:pt x="1018543" y="216"/>
                  </a:lnTo>
                  <a:lnTo>
                    <a:pt x="1009650" y="0"/>
                  </a:lnTo>
                  <a:close/>
                </a:path>
              </a:pathLst>
            </a:custGeom>
            <a:solidFill>
              <a:srgbClr val="004D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018" y="672860"/>
              <a:ext cx="155883" cy="15760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09303" y="642619"/>
            <a:ext cx="755650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00" spc="-10">
                <a:solidFill>
                  <a:srgbClr val="E0E4E6"/>
                </a:solidFill>
                <a:latin typeface="Tahoma"/>
                <a:cs typeface="Tahoma"/>
              </a:rPr>
              <a:t>FEATURES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62385" y="987425"/>
            <a:ext cx="44500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25"/>
              <a:t>What</a:t>
            </a:r>
            <a:r>
              <a:rPr dirty="0" spc="-380"/>
              <a:t> </a:t>
            </a:r>
            <a:r>
              <a:rPr dirty="0" spc="-125"/>
              <a:t>EduLearn</a:t>
            </a:r>
            <a:r>
              <a:rPr dirty="0" spc="-375"/>
              <a:t> </a:t>
            </a:r>
            <a:r>
              <a:rPr dirty="0" spc="-10"/>
              <a:t>Offers</a:t>
            </a:r>
          </a:p>
        </p:txBody>
      </p:sp>
      <p:sp>
        <p:nvSpPr>
          <p:cNvPr id="7" name="object 7"/>
          <p:cNvSpPr/>
          <p:nvPr/>
        </p:nvSpPr>
        <p:spPr>
          <a:xfrm>
            <a:off x="676379" y="1838324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19">
                <a:moveTo>
                  <a:pt x="327089" y="298754"/>
                </a:moveTo>
                <a:lnTo>
                  <a:pt x="321604" y="297081"/>
                </a:lnTo>
                <a:lnTo>
                  <a:pt x="314401" y="296006"/>
                </a:lnTo>
                <a:lnTo>
                  <a:pt x="302548" y="295420"/>
                </a:lnTo>
                <a:lnTo>
                  <a:pt x="283110" y="295211"/>
                </a:lnTo>
              </a:path>
              <a:path w="579119" h="579119">
                <a:moveTo>
                  <a:pt x="206731" y="295275"/>
                </a:moveTo>
                <a:lnTo>
                  <a:pt x="203488" y="295910"/>
                </a:lnTo>
                <a:lnTo>
                  <a:pt x="199845" y="297002"/>
                </a:lnTo>
                <a:lnTo>
                  <a:pt x="195803" y="298564"/>
                </a:lnTo>
              </a:path>
              <a:path w="579119" h="579119">
                <a:moveTo>
                  <a:pt x="63425" y="512216"/>
                </a:moveTo>
                <a:lnTo>
                  <a:pt x="48374" y="495642"/>
                </a:lnTo>
                <a:lnTo>
                  <a:pt x="48086" y="475107"/>
                </a:lnTo>
              </a:path>
              <a:path w="579119" h="579119">
                <a:moveTo>
                  <a:pt x="47937" y="214109"/>
                </a:moveTo>
                <a:lnTo>
                  <a:pt x="48428" y="190665"/>
                </a:lnTo>
              </a:path>
              <a:path w="579119" h="579119">
                <a:moveTo>
                  <a:pt x="560322" y="453009"/>
                </a:moveTo>
                <a:lnTo>
                  <a:pt x="564674" y="446926"/>
                </a:lnTo>
                <a:lnTo>
                  <a:pt x="568591" y="440639"/>
                </a:lnTo>
                <a:lnTo>
                  <a:pt x="572073" y="434142"/>
                </a:lnTo>
                <a:lnTo>
                  <a:pt x="575122" y="427431"/>
                </a:lnTo>
                <a:lnTo>
                  <a:pt x="577399" y="418846"/>
                </a:lnTo>
              </a:path>
              <a:path w="579119" h="579119">
                <a:moveTo>
                  <a:pt x="314707" y="460832"/>
                </a:moveTo>
                <a:lnTo>
                  <a:pt x="292610" y="426593"/>
                </a:lnTo>
                <a:lnTo>
                  <a:pt x="289401" y="401688"/>
                </a:lnTo>
                <a:lnTo>
                  <a:pt x="290299" y="393001"/>
                </a:lnTo>
                <a:lnTo>
                  <a:pt x="309397" y="355179"/>
                </a:lnTo>
                <a:lnTo>
                  <a:pt x="348857" y="333730"/>
                </a:lnTo>
                <a:lnTo>
                  <a:pt x="363681" y="332740"/>
                </a:lnTo>
                <a:lnTo>
                  <a:pt x="371539" y="333540"/>
                </a:lnTo>
                <a:lnTo>
                  <a:pt x="409973" y="354420"/>
                </a:lnTo>
                <a:lnTo>
                  <a:pt x="420484" y="364125"/>
                </a:lnTo>
                <a:lnTo>
                  <a:pt x="434042" y="377266"/>
                </a:lnTo>
              </a:path>
              <a:path w="579119" h="579119">
                <a:moveTo>
                  <a:pt x="577399" y="418846"/>
                </a:moveTo>
                <a:lnTo>
                  <a:pt x="578331" y="412508"/>
                </a:lnTo>
                <a:lnTo>
                  <a:pt x="578643" y="406184"/>
                </a:lnTo>
                <a:lnTo>
                  <a:pt x="578297" y="397687"/>
                </a:lnTo>
                <a:lnTo>
                  <a:pt x="564098" y="361492"/>
                </a:lnTo>
                <a:lnTo>
                  <a:pt x="526771" y="335483"/>
                </a:lnTo>
                <a:lnTo>
                  <a:pt x="509210" y="332740"/>
                </a:lnTo>
                <a:lnTo>
                  <a:pt x="502882" y="333231"/>
                </a:lnTo>
                <a:lnTo>
                  <a:pt x="465466" y="348316"/>
                </a:lnTo>
                <a:lnTo>
                  <a:pt x="451539" y="359727"/>
                </a:lnTo>
                <a:lnTo>
                  <a:pt x="434042" y="377266"/>
                </a:lnTo>
              </a:path>
              <a:path w="579119" h="579119">
                <a:moveTo>
                  <a:pt x="195803" y="298564"/>
                </a:moveTo>
                <a:lnTo>
                  <a:pt x="195173" y="512292"/>
                </a:lnTo>
              </a:path>
              <a:path w="579119" h="579119">
                <a:moveTo>
                  <a:pt x="262710" y="0"/>
                </a:moveTo>
                <a:lnTo>
                  <a:pt x="0" y="234530"/>
                </a:lnTo>
              </a:path>
              <a:path w="579119" h="579119">
                <a:moveTo>
                  <a:pt x="520780" y="233083"/>
                </a:moveTo>
                <a:lnTo>
                  <a:pt x="262710" y="0"/>
                </a:lnTo>
              </a:path>
              <a:path w="579119" h="579119">
                <a:moveTo>
                  <a:pt x="474012" y="302221"/>
                </a:moveTo>
                <a:lnTo>
                  <a:pt x="473064" y="189992"/>
                </a:lnTo>
              </a:path>
              <a:path w="579119" h="579119">
                <a:moveTo>
                  <a:pt x="283110" y="295211"/>
                </a:moveTo>
                <a:lnTo>
                  <a:pt x="206731" y="295275"/>
                </a:lnTo>
              </a:path>
              <a:path w="579119" h="579119">
                <a:moveTo>
                  <a:pt x="327134" y="302018"/>
                </a:moveTo>
                <a:lnTo>
                  <a:pt x="327089" y="298754"/>
                </a:lnTo>
              </a:path>
              <a:path w="579119" h="579119">
                <a:moveTo>
                  <a:pt x="289322" y="512267"/>
                </a:moveTo>
                <a:lnTo>
                  <a:pt x="63425" y="512216"/>
                </a:lnTo>
              </a:path>
              <a:path w="579119" h="579119">
                <a:moveTo>
                  <a:pt x="48086" y="475107"/>
                </a:moveTo>
                <a:lnTo>
                  <a:pt x="47937" y="214109"/>
                </a:lnTo>
              </a:path>
              <a:path w="579119" h="579119">
                <a:moveTo>
                  <a:pt x="434454" y="578650"/>
                </a:moveTo>
                <a:lnTo>
                  <a:pt x="560322" y="453009"/>
                </a:lnTo>
              </a:path>
              <a:path w="579119" h="579119">
                <a:moveTo>
                  <a:pt x="434454" y="578650"/>
                </a:moveTo>
                <a:lnTo>
                  <a:pt x="314707" y="460832"/>
                </a:lnTo>
              </a:path>
            </a:pathLst>
          </a:custGeom>
          <a:ln w="25428">
            <a:solidFill>
              <a:srgbClr val="15FF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62385" y="2640012"/>
            <a:ext cx="4366260" cy="9931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 b="1">
                <a:solidFill>
                  <a:srgbClr val="E0E4E6"/>
                </a:solidFill>
                <a:latin typeface="Tahoma"/>
                <a:cs typeface="Tahoma"/>
              </a:rPr>
              <a:t>Engaging</a:t>
            </a:r>
            <a:r>
              <a:rPr dirty="0" sz="1650" spc="-16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60" b="1">
                <a:solidFill>
                  <a:srgbClr val="E0E4E6"/>
                </a:solidFill>
                <a:latin typeface="Tahoma"/>
                <a:cs typeface="Tahoma"/>
              </a:rPr>
              <a:t>Home</a:t>
            </a:r>
            <a:r>
              <a:rPr dirty="0" sz="1650" spc="-16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E0E4E6"/>
                </a:solidFill>
                <a:latin typeface="Tahoma"/>
                <a:cs typeface="Tahoma"/>
              </a:rPr>
              <a:t>Page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500"/>
              </a:lnSpc>
              <a:spcBef>
                <a:spcPts val="645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Clear</a:t>
            </a:r>
            <a:r>
              <a:rPr dirty="0" sz="1500" spc="-4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call-to-action</a:t>
            </a:r>
            <a:r>
              <a:rPr dirty="0" sz="1500" spc="-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buttons</a:t>
            </a:r>
            <a:r>
              <a:rPr dirty="0" sz="1500" spc="-4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</a:t>
            </a:r>
            <a:r>
              <a:rPr dirty="0" sz="1500" spc="-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intuitive</a:t>
            </a:r>
            <a:r>
              <a:rPr dirty="0" sz="1500" spc="-4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design</a:t>
            </a:r>
            <a:r>
              <a:rPr dirty="0" sz="1500" spc="-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that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welcomes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users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guides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them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to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courses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83743" y="1825471"/>
            <a:ext cx="488950" cy="604520"/>
            <a:chOff x="5883743" y="1825471"/>
            <a:chExt cx="488950" cy="604520"/>
          </a:xfrm>
        </p:grpSpPr>
        <p:sp>
          <p:nvSpPr>
            <p:cNvPr id="10" name="object 10"/>
            <p:cNvSpPr/>
            <p:nvPr/>
          </p:nvSpPr>
          <p:spPr>
            <a:xfrm>
              <a:off x="5997321" y="1838324"/>
              <a:ext cx="362585" cy="114300"/>
            </a:xfrm>
            <a:custGeom>
              <a:avLst/>
              <a:gdLst/>
              <a:ahLst/>
              <a:cxnLst/>
              <a:rect l="l" t="t" r="r" b="b"/>
              <a:pathLst>
                <a:path w="362585" h="114300">
                  <a:moveTo>
                    <a:pt x="0" y="53416"/>
                  </a:moveTo>
                  <a:lnTo>
                    <a:pt x="8737" y="93573"/>
                  </a:lnTo>
                  <a:lnTo>
                    <a:pt x="22733" y="97980"/>
                  </a:lnTo>
                  <a:lnTo>
                    <a:pt x="28613" y="97028"/>
                  </a:lnTo>
                  <a:lnTo>
                    <a:pt x="43751" y="79082"/>
                  </a:lnTo>
                  <a:lnTo>
                    <a:pt x="44411" y="74955"/>
                  </a:lnTo>
                </a:path>
                <a:path w="362585" h="114300">
                  <a:moveTo>
                    <a:pt x="44450" y="23596"/>
                  </a:moveTo>
                  <a:lnTo>
                    <a:pt x="21501" y="0"/>
                  </a:lnTo>
                  <a:lnTo>
                    <a:pt x="15925" y="800"/>
                  </a:lnTo>
                  <a:lnTo>
                    <a:pt x="16" y="40478"/>
                  </a:lnTo>
                  <a:lnTo>
                    <a:pt x="0" y="53416"/>
                  </a:lnTo>
                </a:path>
                <a:path w="362585" h="114300">
                  <a:moveTo>
                    <a:pt x="216827" y="53517"/>
                  </a:moveTo>
                  <a:lnTo>
                    <a:pt x="225818" y="93573"/>
                  </a:lnTo>
                  <a:lnTo>
                    <a:pt x="240855" y="97967"/>
                  </a:lnTo>
                  <a:lnTo>
                    <a:pt x="246926" y="96647"/>
                  </a:lnTo>
                  <a:lnTo>
                    <a:pt x="261302" y="77914"/>
                  </a:lnTo>
                  <a:lnTo>
                    <a:pt x="261645" y="73914"/>
                  </a:lnTo>
                </a:path>
                <a:path w="362585" h="114300">
                  <a:moveTo>
                    <a:pt x="322211" y="49428"/>
                  </a:moveTo>
                  <a:lnTo>
                    <a:pt x="356400" y="67945"/>
                  </a:lnTo>
                  <a:lnTo>
                    <a:pt x="362127" y="100219"/>
                  </a:lnTo>
                  <a:lnTo>
                    <a:pt x="362394" y="113715"/>
                  </a:lnTo>
                </a:path>
              </a:pathLst>
            </a:custGeom>
            <a:ln w="25630">
              <a:solidFill>
                <a:srgbClr val="15FF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3941" y="2363316"/>
              <a:ext cx="78602" cy="6646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83743" y="2347759"/>
              <a:ext cx="67566" cy="8203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96584" y="1838286"/>
              <a:ext cx="423545" cy="182245"/>
            </a:xfrm>
            <a:custGeom>
              <a:avLst/>
              <a:gdLst/>
              <a:ahLst/>
              <a:cxnLst/>
              <a:rect l="l" t="t" r="r" b="b"/>
              <a:pathLst>
                <a:path w="423545" h="182244">
                  <a:moveTo>
                    <a:pt x="0" y="92748"/>
                  </a:moveTo>
                  <a:lnTo>
                    <a:pt x="21488" y="53936"/>
                  </a:lnTo>
                  <a:lnTo>
                    <a:pt x="30835" y="50647"/>
                  </a:lnTo>
                  <a:lnTo>
                    <a:pt x="36360" y="49580"/>
                  </a:lnTo>
                </a:path>
                <a:path w="423545" h="182244">
                  <a:moveTo>
                    <a:pt x="360692" y="13373"/>
                  </a:moveTo>
                  <a:lnTo>
                    <a:pt x="340093" y="0"/>
                  </a:lnTo>
                  <a:lnTo>
                    <a:pt x="333425" y="990"/>
                  </a:lnTo>
                  <a:lnTo>
                    <a:pt x="317576" y="25019"/>
                  </a:lnTo>
                  <a:lnTo>
                    <a:pt x="317563" y="53555"/>
                  </a:lnTo>
                </a:path>
                <a:path w="423545" h="182244">
                  <a:moveTo>
                    <a:pt x="362394" y="49479"/>
                  </a:moveTo>
                  <a:lnTo>
                    <a:pt x="422948" y="49466"/>
                  </a:lnTo>
                </a:path>
                <a:path w="423545" h="182244">
                  <a:moveTo>
                    <a:pt x="317563" y="49479"/>
                  </a:moveTo>
                  <a:lnTo>
                    <a:pt x="145199" y="49479"/>
                  </a:lnTo>
                </a:path>
                <a:path w="423545" h="182244">
                  <a:moveTo>
                    <a:pt x="242239" y="181902"/>
                  </a:moveTo>
                  <a:lnTo>
                    <a:pt x="403059" y="181876"/>
                  </a:lnTo>
                </a:path>
              </a:pathLst>
            </a:custGeom>
            <a:ln w="25630">
              <a:solidFill>
                <a:srgbClr val="15FF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37058" y="2021432"/>
              <a:ext cx="178221" cy="17820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896559" y="1851659"/>
              <a:ext cx="463550" cy="565785"/>
            </a:xfrm>
            <a:custGeom>
              <a:avLst/>
              <a:gdLst/>
              <a:ahLst/>
              <a:cxnLst/>
              <a:rect l="l" t="t" r="r" b="b"/>
              <a:pathLst>
                <a:path w="463550" h="565785">
                  <a:moveTo>
                    <a:pt x="62230" y="403529"/>
                  </a:moveTo>
                  <a:lnTo>
                    <a:pt x="404812" y="403618"/>
                  </a:lnTo>
                </a:path>
                <a:path w="463550" h="565785">
                  <a:moveTo>
                    <a:pt x="62852" y="481596"/>
                  </a:moveTo>
                  <a:lnTo>
                    <a:pt x="403860" y="481812"/>
                  </a:lnTo>
                </a:path>
                <a:path w="463550" h="565785">
                  <a:moveTo>
                    <a:pt x="145173" y="61620"/>
                  </a:moveTo>
                  <a:lnTo>
                    <a:pt x="145211" y="10261"/>
                  </a:lnTo>
                </a:path>
                <a:path w="463550" h="565785">
                  <a:moveTo>
                    <a:pt x="241630" y="326085"/>
                  </a:moveTo>
                  <a:lnTo>
                    <a:pt x="403987" y="325996"/>
                  </a:lnTo>
                </a:path>
                <a:path w="463550" h="565785">
                  <a:moveTo>
                    <a:pt x="240728" y="247154"/>
                  </a:moveTo>
                  <a:lnTo>
                    <a:pt x="403860" y="247116"/>
                  </a:lnTo>
                </a:path>
                <a:path w="463550" h="565785">
                  <a:moveTo>
                    <a:pt x="463156" y="100380"/>
                  </a:moveTo>
                  <a:lnTo>
                    <a:pt x="463169" y="524471"/>
                  </a:lnTo>
                </a:path>
                <a:path w="463550" h="565785">
                  <a:moveTo>
                    <a:pt x="410197" y="565302"/>
                  </a:moveTo>
                  <a:lnTo>
                    <a:pt x="41935" y="565315"/>
                  </a:lnTo>
                </a:path>
                <a:path w="463550" h="565785">
                  <a:moveTo>
                    <a:pt x="0" y="508914"/>
                  </a:moveTo>
                  <a:lnTo>
                    <a:pt x="25" y="79375"/>
                  </a:lnTo>
                </a:path>
                <a:path w="463550" h="565785">
                  <a:moveTo>
                    <a:pt x="36385" y="36207"/>
                  </a:moveTo>
                  <a:lnTo>
                    <a:pt x="100761" y="36106"/>
                  </a:lnTo>
                </a:path>
                <a:path w="463550" h="565785">
                  <a:moveTo>
                    <a:pt x="362407" y="60579"/>
                  </a:moveTo>
                  <a:lnTo>
                    <a:pt x="360718" y="0"/>
                  </a:lnTo>
                </a:path>
              </a:pathLst>
            </a:custGeom>
            <a:ln w="25630">
              <a:solidFill>
                <a:srgbClr val="15FF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822848" y="2640012"/>
            <a:ext cx="4835525" cy="9931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E0E4E6"/>
                </a:solidFill>
                <a:latin typeface="Tahoma"/>
                <a:cs typeface="Tahoma"/>
              </a:rPr>
              <a:t>Organized</a:t>
            </a:r>
            <a:r>
              <a:rPr dirty="0" sz="1650" spc="-12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Categories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500"/>
              </a:lnSpc>
              <a:spcBef>
                <a:spcPts val="645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Five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main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areas: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E0E4E6"/>
                </a:solidFill>
                <a:latin typeface="Tahoma"/>
                <a:cs typeface="Tahoma"/>
              </a:rPr>
              <a:t>Technology,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Business,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Design,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Marketing,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</a:t>
            </a:r>
            <a:r>
              <a:rPr dirty="0" sz="1500" spc="-14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Languages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19929" y="4035309"/>
            <a:ext cx="491490" cy="604520"/>
            <a:chOff x="719929" y="4035309"/>
            <a:chExt cx="491490" cy="60452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2995" y="4566651"/>
              <a:ext cx="88268" cy="729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9934" y="4553507"/>
              <a:ext cx="71466" cy="8600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9929" y="4035563"/>
              <a:ext cx="86160" cy="7268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27948" y="4261446"/>
              <a:ext cx="179705" cy="635"/>
            </a:xfrm>
            <a:custGeom>
              <a:avLst/>
              <a:gdLst/>
              <a:ahLst/>
              <a:cxnLst/>
              <a:rect l="l" t="t" r="r" b="b"/>
              <a:pathLst>
                <a:path w="179705" h="635">
                  <a:moveTo>
                    <a:pt x="0" y="38"/>
                  </a:moveTo>
                  <a:lnTo>
                    <a:pt x="179358" y="0"/>
                  </a:lnTo>
                </a:path>
              </a:pathLst>
            </a:custGeom>
            <a:ln w="25631">
              <a:solidFill>
                <a:srgbClr val="15FF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0188" y="4331155"/>
              <a:ext cx="74244" cy="738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0104" y="4225161"/>
              <a:ext cx="74105" cy="7386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27948" y="4048125"/>
              <a:ext cx="270510" cy="531495"/>
            </a:xfrm>
            <a:custGeom>
              <a:avLst/>
              <a:gdLst/>
              <a:ahLst/>
              <a:cxnLst/>
              <a:rect l="l" t="t" r="r" b="b"/>
              <a:pathLst>
                <a:path w="270509" h="531495">
                  <a:moveTo>
                    <a:pt x="270455" y="139217"/>
                  </a:moveTo>
                  <a:lnTo>
                    <a:pt x="130963" y="0"/>
                  </a:lnTo>
                </a:path>
                <a:path w="270509" h="531495">
                  <a:moveTo>
                    <a:pt x="270455" y="139217"/>
                  </a:moveTo>
                  <a:lnTo>
                    <a:pt x="172422" y="139306"/>
                  </a:lnTo>
                </a:path>
                <a:path w="270509" h="531495">
                  <a:moveTo>
                    <a:pt x="270455" y="139217"/>
                  </a:moveTo>
                  <a:lnTo>
                    <a:pt x="270499" y="531342"/>
                  </a:lnTo>
                </a:path>
                <a:path w="270509" h="531495">
                  <a:moveTo>
                    <a:pt x="0" y="319811"/>
                  </a:moveTo>
                  <a:lnTo>
                    <a:pt x="179358" y="319709"/>
                  </a:lnTo>
                </a:path>
              </a:pathLst>
            </a:custGeom>
            <a:ln w="25631">
              <a:solidFill>
                <a:srgbClr val="15FF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0422" y="4437378"/>
              <a:ext cx="73549" cy="735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32745" y="4048137"/>
              <a:ext cx="403225" cy="579120"/>
            </a:xfrm>
            <a:custGeom>
              <a:avLst/>
              <a:gdLst/>
              <a:ahLst/>
              <a:cxnLst/>
              <a:rect l="l" t="t" r="r" b="b"/>
              <a:pathLst>
                <a:path w="403225" h="579120">
                  <a:moveTo>
                    <a:pt x="194195" y="425564"/>
                  </a:moveTo>
                  <a:lnTo>
                    <a:pt x="374561" y="425373"/>
                  </a:lnTo>
                </a:path>
                <a:path w="403225" h="579120">
                  <a:moveTo>
                    <a:pt x="367630" y="139446"/>
                  </a:moveTo>
                  <a:lnTo>
                    <a:pt x="348877" y="135636"/>
                  </a:lnTo>
                  <a:lnTo>
                    <a:pt x="345940" y="134289"/>
                  </a:lnTo>
                  <a:lnTo>
                    <a:pt x="343197" y="132626"/>
                  </a:lnTo>
                  <a:lnTo>
                    <a:pt x="340643" y="130644"/>
                  </a:lnTo>
                  <a:lnTo>
                    <a:pt x="338087" y="128663"/>
                  </a:lnTo>
                  <a:lnTo>
                    <a:pt x="335795" y="126415"/>
                  </a:lnTo>
                  <a:lnTo>
                    <a:pt x="333762" y="123901"/>
                  </a:lnTo>
                  <a:lnTo>
                    <a:pt x="331727" y="121386"/>
                  </a:lnTo>
                  <a:lnTo>
                    <a:pt x="325412" y="106680"/>
                  </a:lnTo>
                  <a:lnTo>
                    <a:pt x="324703" y="103530"/>
                  </a:lnTo>
                  <a:lnTo>
                    <a:pt x="324360" y="100342"/>
                  </a:lnTo>
                  <a:lnTo>
                    <a:pt x="324385" y="97104"/>
                  </a:lnTo>
                  <a:lnTo>
                    <a:pt x="324410" y="93878"/>
                  </a:lnTo>
                  <a:lnTo>
                    <a:pt x="324807" y="90690"/>
                  </a:lnTo>
                  <a:lnTo>
                    <a:pt x="325565" y="87553"/>
                  </a:lnTo>
                </a:path>
                <a:path w="403225" h="579120">
                  <a:moveTo>
                    <a:pt x="324722" y="87350"/>
                  </a:moveTo>
                  <a:lnTo>
                    <a:pt x="324633" y="0"/>
                  </a:lnTo>
                </a:path>
                <a:path w="403225" h="579120">
                  <a:moveTo>
                    <a:pt x="403066" y="578637"/>
                  </a:moveTo>
                  <a:lnTo>
                    <a:pt x="45839" y="578561"/>
                  </a:lnTo>
                </a:path>
                <a:path w="403225" h="579120">
                  <a:moveTo>
                    <a:pt x="5" y="518185"/>
                  </a:moveTo>
                  <a:lnTo>
                    <a:pt x="0" y="47294"/>
                  </a:lnTo>
                </a:path>
                <a:path w="403225" h="579120">
                  <a:moveTo>
                    <a:pt x="60528" y="241"/>
                  </a:moveTo>
                  <a:lnTo>
                    <a:pt x="324633" y="0"/>
                  </a:lnTo>
                </a:path>
              </a:pathLst>
            </a:custGeom>
            <a:ln w="25631">
              <a:solidFill>
                <a:srgbClr val="15FF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62385" y="4849812"/>
            <a:ext cx="4500245" cy="983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E0E4E6"/>
                </a:solidFill>
                <a:latin typeface="Tahoma"/>
                <a:cs typeface="Tahoma"/>
              </a:rPr>
              <a:t>Detailed</a:t>
            </a:r>
            <a:r>
              <a:rPr dirty="0" sz="1650" spc="-15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Course</a:t>
            </a:r>
            <a:r>
              <a:rPr dirty="0" sz="1650" spc="-15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Listings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720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Each</a:t>
            </a:r>
            <a:r>
              <a:rPr dirty="0" sz="1500" spc="-7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course</a:t>
            </a:r>
            <a:r>
              <a:rPr dirty="0" sz="1500" spc="-7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shows</a:t>
            </a:r>
            <a:r>
              <a:rPr dirty="0" sz="1500" spc="-7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level,</a:t>
            </a:r>
            <a:r>
              <a:rPr dirty="0" sz="1500" spc="-7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duration,</a:t>
            </a:r>
            <a:r>
              <a:rPr dirty="0" sz="1500" spc="-7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instructor</a:t>
            </a:r>
            <a:r>
              <a:rPr dirty="0" sz="1500" spc="-7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info,</a:t>
            </a:r>
            <a:r>
              <a:rPr dirty="0" sz="1500" spc="-7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transparent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pricing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43371" y="4048125"/>
            <a:ext cx="569595" cy="579120"/>
          </a:xfrm>
          <a:custGeom>
            <a:avLst/>
            <a:gdLst/>
            <a:ahLst/>
            <a:cxnLst/>
            <a:rect l="l" t="t" r="r" b="b"/>
            <a:pathLst>
              <a:path w="569595" h="579120">
                <a:moveTo>
                  <a:pt x="341236" y="550710"/>
                </a:moveTo>
                <a:lnTo>
                  <a:pt x="344500" y="555129"/>
                </a:lnTo>
                <a:lnTo>
                  <a:pt x="345859" y="557872"/>
                </a:lnTo>
                <a:lnTo>
                  <a:pt x="347040" y="562635"/>
                </a:lnTo>
                <a:lnTo>
                  <a:pt x="345973" y="568248"/>
                </a:lnTo>
                <a:lnTo>
                  <a:pt x="333044" y="578345"/>
                </a:lnTo>
                <a:lnTo>
                  <a:pt x="309791" y="578510"/>
                </a:lnTo>
              </a:path>
              <a:path w="569595" h="579120">
                <a:moveTo>
                  <a:pt x="17310" y="578650"/>
                </a:moveTo>
                <a:lnTo>
                  <a:pt x="270" y="551266"/>
                </a:lnTo>
                <a:lnTo>
                  <a:pt x="0" y="533793"/>
                </a:lnTo>
              </a:path>
              <a:path w="569595" h="579120">
                <a:moveTo>
                  <a:pt x="101" y="241388"/>
                </a:moveTo>
                <a:lnTo>
                  <a:pt x="14528" y="227469"/>
                </a:lnTo>
                <a:lnTo>
                  <a:pt x="17081" y="228053"/>
                </a:lnTo>
                <a:lnTo>
                  <a:pt x="22313" y="230378"/>
                </a:lnTo>
                <a:lnTo>
                  <a:pt x="26060" y="233222"/>
                </a:lnTo>
                <a:lnTo>
                  <a:pt x="49085" y="256209"/>
                </a:lnTo>
              </a:path>
              <a:path w="569595" h="579120">
                <a:moveTo>
                  <a:pt x="110147" y="317182"/>
                </a:moveTo>
                <a:lnTo>
                  <a:pt x="128778" y="335445"/>
                </a:lnTo>
              </a:path>
              <a:path w="569595" h="579120">
                <a:moveTo>
                  <a:pt x="462318" y="0"/>
                </a:moveTo>
                <a:lnTo>
                  <a:pt x="128778" y="335445"/>
                </a:lnTo>
              </a:path>
              <a:path w="569595" h="579120">
                <a:moveTo>
                  <a:pt x="569544" y="108762"/>
                </a:moveTo>
                <a:lnTo>
                  <a:pt x="235038" y="445211"/>
                </a:lnTo>
                <a:lnTo>
                  <a:pt x="341236" y="550710"/>
                </a:lnTo>
              </a:path>
              <a:path w="569595" h="579120">
                <a:moveTo>
                  <a:pt x="309791" y="578510"/>
                </a:moveTo>
                <a:lnTo>
                  <a:pt x="17310" y="578650"/>
                </a:lnTo>
              </a:path>
              <a:path w="569595" h="579120">
                <a:moveTo>
                  <a:pt x="0" y="533793"/>
                </a:moveTo>
                <a:lnTo>
                  <a:pt x="101" y="241388"/>
                </a:lnTo>
              </a:path>
              <a:path w="569595" h="579120">
                <a:moveTo>
                  <a:pt x="49085" y="256209"/>
                </a:moveTo>
                <a:lnTo>
                  <a:pt x="110147" y="317182"/>
                </a:lnTo>
              </a:path>
            </a:pathLst>
          </a:custGeom>
          <a:ln w="25631">
            <a:solidFill>
              <a:srgbClr val="15FF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822462" y="4849812"/>
            <a:ext cx="4874895" cy="983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E0E4E6"/>
                </a:solidFill>
                <a:latin typeface="Tahoma"/>
                <a:cs typeface="Tahoma"/>
              </a:rPr>
              <a:t>Enroll</a:t>
            </a:r>
            <a:r>
              <a:rPr dirty="0" sz="1650" spc="-16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40" b="1">
                <a:solidFill>
                  <a:srgbClr val="E0E4E6"/>
                </a:solidFill>
                <a:latin typeface="Tahoma"/>
                <a:cs typeface="Tahoma"/>
              </a:rPr>
              <a:t>Now</a:t>
            </a:r>
            <a:r>
              <a:rPr dirty="0" sz="1650" spc="-16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Function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720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Prototype-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level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enrollment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system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demonstrating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the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user </a:t>
            </a:r>
            <a:r>
              <a:rPr dirty="0" sz="1500" spc="-30">
                <a:solidFill>
                  <a:srgbClr val="E0E4E6"/>
                </a:solidFill>
                <a:latin typeface="Tahoma"/>
                <a:cs typeface="Tahoma"/>
              </a:rPr>
              <a:t>journey</a:t>
            </a:r>
            <a:r>
              <a:rPr dirty="0" sz="15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from</a:t>
            </a:r>
            <a:r>
              <a:rPr dirty="0" sz="15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discovery</a:t>
            </a:r>
            <a:r>
              <a:rPr dirty="0" sz="15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to</a:t>
            </a:r>
            <a:r>
              <a:rPr dirty="0" sz="15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action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30" name="object 30">
            <a:hlinkClick r:id="rId12"/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85058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1430000" cy="8505825"/>
          </a:xfrm>
          <a:custGeom>
            <a:avLst/>
            <a:gdLst/>
            <a:ahLst/>
            <a:cxnLst/>
            <a:rect l="l" t="t" r="r" b="b"/>
            <a:pathLst>
              <a:path w="11430000" h="8505825">
                <a:moveTo>
                  <a:pt x="11430000" y="0"/>
                </a:moveTo>
                <a:lnTo>
                  <a:pt x="0" y="0"/>
                </a:lnTo>
                <a:lnTo>
                  <a:pt x="0" y="8505825"/>
                </a:lnTo>
                <a:lnTo>
                  <a:pt x="11430000" y="85058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081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0"/>
              <a:t>User</a:t>
            </a:r>
            <a:r>
              <a:rPr dirty="0" spc="-360"/>
              <a:t> </a:t>
            </a:r>
            <a:r>
              <a:rPr dirty="0" spc="-140"/>
              <a:t>Interface</a:t>
            </a:r>
            <a:r>
              <a:rPr dirty="0" spc="-360"/>
              <a:t> </a:t>
            </a:r>
            <a:r>
              <a:rPr dirty="0" spc="-85"/>
              <a:t>Design</a:t>
            </a:r>
            <a:r>
              <a:rPr dirty="0" spc="-360"/>
              <a:t> </a:t>
            </a:r>
            <a:r>
              <a:rPr dirty="0" spc="-60"/>
              <a:t>Philosophy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6275" y="1571625"/>
            <a:ext cx="4800600" cy="1200150"/>
            <a:chOff x="676275" y="1571625"/>
            <a:chExt cx="4800600" cy="1200150"/>
          </a:xfrm>
        </p:grpSpPr>
        <p:sp>
          <p:nvSpPr>
            <p:cNvPr id="6" name="object 6"/>
            <p:cNvSpPr/>
            <p:nvPr/>
          </p:nvSpPr>
          <p:spPr>
            <a:xfrm>
              <a:off x="685800" y="1581150"/>
              <a:ext cx="4781550" cy="1181100"/>
            </a:xfrm>
            <a:custGeom>
              <a:avLst/>
              <a:gdLst/>
              <a:ahLst/>
              <a:cxnLst/>
              <a:rect l="l" t="t" r="r" b="b"/>
              <a:pathLst>
                <a:path w="4781550" h="1181100">
                  <a:moveTo>
                    <a:pt x="4557560" y="0"/>
                  </a:moveTo>
                  <a:lnTo>
                    <a:pt x="223991" y="0"/>
                  </a:lnTo>
                  <a:lnTo>
                    <a:pt x="216425" y="368"/>
                  </a:lnTo>
                  <a:lnTo>
                    <a:pt x="171613" y="7772"/>
                  </a:lnTo>
                  <a:lnTo>
                    <a:pt x="129098" y="23761"/>
                  </a:lnTo>
                  <a:lnTo>
                    <a:pt x="90526" y="47752"/>
                  </a:lnTo>
                  <a:lnTo>
                    <a:pt x="57378" y="78803"/>
                  </a:lnTo>
                  <a:lnTo>
                    <a:pt x="30921" y="115722"/>
                  </a:lnTo>
                  <a:lnTo>
                    <a:pt x="12174" y="157099"/>
                  </a:lnTo>
                  <a:lnTo>
                    <a:pt x="1860" y="201333"/>
                  </a:lnTo>
                  <a:lnTo>
                    <a:pt x="0" y="223989"/>
                  </a:lnTo>
                  <a:lnTo>
                    <a:pt x="0" y="949528"/>
                  </a:lnTo>
                  <a:lnTo>
                    <a:pt x="0" y="957110"/>
                  </a:lnTo>
                  <a:lnTo>
                    <a:pt x="5928" y="1002144"/>
                  </a:lnTo>
                  <a:lnTo>
                    <a:pt x="20528" y="1045146"/>
                  </a:lnTo>
                  <a:lnTo>
                    <a:pt x="43239" y="1084478"/>
                  </a:lnTo>
                  <a:lnTo>
                    <a:pt x="73188" y="1118641"/>
                  </a:lnTo>
                  <a:lnTo>
                    <a:pt x="109225" y="1146289"/>
                  </a:lnTo>
                  <a:lnTo>
                    <a:pt x="149964" y="1166380"/>
                  </a:lnTo>
                  <a:lnTo>
                    <a:pt x="193838" y="1178128"/>
                  </a:lnTo>
                  <a:lnTo>
                    <a:pt x="223991" y="1181100"/>
                  </a:lnTo>
                  <a:lnTo>
                    <a:pt x="4557560" y="1181100"/>
                  </a:lnTo>
                  <a:lnTo>
                    <a:pt x="4602594" y="1175169"/>
                  </a:lnTo>
                  <a:lnTo>
                    <a:pt x="4645596" y="1160576"/>
                  </a:lnTo>
                  <a:lnTo>
                    <a:pt x="4684941" y="1137856"/>
                  </a:lnTo>
                  <a:lnTo>
                    <a:pt x="4719091" y="1107909"/>
                  </a:lnTo>
                  <a:lnTo>
                    <a:pt x="4746739" y="1071880"/>
                  </a:lnTo>
                  <a:lnTo>
                    <a:pt x="4766830" y="1031138"/>
                  </a:lnTo>
                  <a:lnTo>
                    <a:pt x="4778578" y="987259"/>
                  </a:lnTo>
                  <a:lnTo>
                    <a:pt x="4781550" y="957110"/>
                  </a:lnTo>
                  <a:lnTo>
                    <a:pt x="4781550" y="223989"/>
                  </a:lnTo>
                  <a:lnTo>
                    <a:pt x="4775619" y="178955"/>
                  </a:lnTo>
                  <a:lnTo>
                    <a:pt x="4761014" y="135953"/>
                  </a:lnTo>
                  <a:lnTo>
                    <a:pt x="4738306" y="96608"/>
                  </a:lnTo>
                  <a:lnTo>
                    <a:pt x="4708359" y="62458"/>
                  </a:lnTo>
                  <a:lnTo>
                    <a:pt x="4672330" y="34810"/>
                  </a:lnTo>
                  <a:lnTo>
                    <a:pt x="4631588" y="14719"/>
                  </a:lnTo>
                  <a:lnTo>
                    <a:pt x="4587709" y="2971"/>
                  </a:lnTo>
                  <a:lnTo>
                    <a:pt x="4565129" y="368"/>
                  </a:lnTo>
                  <a:lnTo>
                    <a:pt x="4557560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800" y="1581150"/>
              <a:ext cx="4781550" cy="1181100"/>
            </a:xfrm>
            <a:custGeom>
              <a:avLst/>
              <a:gdLst/>
              <a:ahLst/>
              <a:cxnLst/>
              <a:rect l="l" t="t" r="r" b="b"/>
              <a:pathLst>
                <a:path w="4781550" h="1181100">
                  <a:moveTo>
                    <a:pt x="0" y="949528"/>
                  </a:moveTo>
                  <a:lnTo>
                    <a:pt x="0" y="231571"/>
                  </a:lnTo>
                  <a:lnTo>
                    <a:pt x="0" y="223989"/>
                  </a:lnTo>
                  <a:lnTo>
                    <a:pt x="372" y="216420"/>
                  </a:lnTo>
                  <a:lnTo>
                    <a:pt x="1116" y="208876"/>
                  </a:lnTo>
                  <a:lnTo>
                    <a:pt x="1860" y="201333"/>
                  </a:lnTo>
                  <a:lnTo>
                    <a:pt x="2971" y="193840"/>
                  </a:lnTo>
                  <a:lnTo>
                    <a:pt x="14724" y="149961"/>
                  </a:lnTo>
                  <a:lnTo>
                    <a:pt x="34815" y="109220"/>
                  </a:lnTo>
                  <a:lnTo>
                    <a:pt x="39027" y="102920"/>
                  </a:lnTo>
                  <a:lnTo>
                    <a:pt x="43239" y="96608"/>
                  </a:lnTo>
                  <a:lnTo>
                    <a:pt x="47754" y="90525"/>
                  </a:lnTo>
                  <a:lnTo>
                    <a:pt x="52566" y="84670"/>
                  </a:lnTo>
                  <a:lnTo>
                    <a:pt x="57378" y="78803"/>
                  </a:lnTo>
                  <a:lnTo>
                    <a:pt x="62463" y="73190"/>
                  </a:lnTo>
                  <a:lnTo>
                    <a:pt x="67825" y="67830"/>
                  </a:lnTo>
                  <a:lnTo>
                    <a:pt x="73188" y="62458"/>
                  </a:lnTo>
                  <a:lnTo>
                    <a:pt x="109225" y="34810"/>
                  </a:lnTo>
                  <a:lnTo>
                    <a:pt x="122411" y="27343"/>
                  </a:lnTo>
                  <a:lnTo>
                    <a:pt x="129098" y="23761"/>
                  </a:lnTo>
                  <a:lnTo>
                    <a:pt x="171613" y="7772"/>
                  </a:lnTo>
                  <a:lnTo>
                    <a:pt x="208880" y="1117"/>
                  </a:lnTo>
                  <a:lnTo>
                    <a:pt x="216425" y="368"/>
                  </a:lnTo>
                  <a:lnTo>
                    <a:pt x="223991" y="0"/>
                  </a:lnTo>
                  <a:lnTo>
                    <a:pt x="231576" y="0"/>
                  </a:lnTo>
                  <a:lnTo>
                    <a:pt x="4549978" y="0"/>
                  </a:lnTo>
                  <a:lnTo>
                    <a:pt x="4557560" y="0"/>
                  </a:lnTo>
                  <a:lnTo>
                    <a:pt x="4565129" y="368"/>
                  </a:lnTo>
                  <a:lnTo>
                    <a:pt x="4572673" y="1117"/>
                  </a:lnTo>
                  <a:lnTo>
                    <a:pt x="4580216" y="1854"/>
                  </a:lnTo>
                  <a:lnTo>
                    <a:pt x="4624451" y="12179"/>
                  </a:lnTo>
                  <a:lnTo>
                    <a:pt x="4638586" y="17627"/>
                  </a:lnTo>
                  <a:lnTo>
                    <a:pt x="4645596" y="20535"/>
                  </a:lnTo>
                  <a:lnTo>
                    <a:pt x="4678629" y="39027"/>
                  </a:lnTo>
                  <a:lnTo>
                    <a:pt x="4684941" y="43243"/>
                  </a:lnTo>
                  <a:lnTo>
                    <a:pt x="4691024" y="47752"/>
                  </a:lnTo>
                  <a:lnTo>
                    <a:pt x="4696879" y="52565"/>
                  </a:lnTo>
                  <a:lnTo>
                    <a:pt x="4702746" y="57378"/>
                  </a:lnTo>
                  <a:lnTo>
                    <a:pt x="4708359" y="62458"/>
                  </a:lnTo>
                  <a:lnTo>
                    <a:pt x="4713719" y="67830"/>
                  </a:lnTo>
                  <a:lnTo>
                    <a:pt x="4719091" y="73190"/>
                  </a:lnTo>
                  <a:lnTo>
                    <a:pt x="4724171" y="78803"/>
                  </a:lnTo>
                  <a:lnTo>
                    <a:pt x="4728984" y="84670"/>
                  </a:lnTo>
                  <a:lnTo>
                    <a:pt x="4733798" y="90525"/>
                  </a:lnTo>
                  <a:lnTo>
                    <a:pt x="4738306" y="96608"/>
                  </a:lnTo>
                  <a:lnTo>
                    <a:pt x="4742522" y="102920"/>
                  </a:lnTo>
                  <a:lnTo>
                    <a:pt x="4746739" y="109220"/>
                  </a:lnTo>
                  <a:lnTo>
                    <a:pt x="4766830" y="149961"/>
                  </a:lnTo>
                  <a:lnTo>
                    <a:pt x="4778578" y="193840"/>
                  </a:lnTo>
                  <a:lnTo>
                    <a:pt x="4780432" y="208876"/>
                  </a:lnTo>
                  <a:lnTo>
                    <a:pt x="4781181" y="216420"/>
                  </a:lnTo>
                  <a:lnTo>
                    <a:pt x="4781550" y="223989"/>
                  </a:lnTo>
                  <a:lnTo>
                    <a:pt x="4781550" y="231571"/>
                  </a:lnTo>
                  <a:lnTo>
                    <a:pt x="4781550" y="949528"/>
                  </a:lnTo>
                  <a:lnTo>
                    <a:pt x="4781550" y="957110"/>
                  </a:lnTo>
                  <a:lnTo>
                    <a:pt x="4781181" y="964679"/>
                  </a:lnTo>
                  <a:lnTo>
                    <a:pt x="4780432" y="972223"/>
                  </a:lnTo>
                  <a:lnTo>
                    <a:pt x="4779695" y="979766"/>
                  </a:lnTo>
                  <a:lnTo>
                    <a:pt x="4769370" y="1024001"/>
                  </a:lnTo>
                  <a:lnTo>
                    <a:pt x="4754206" y="1058684"/>
                  </a:lnTo>
                  <a:lnTo>
                    <a:pt x="4750625" y="1065377"/>
                  </a:lnTo>
                  <a:lnTo>
                    <a:pt x="4724171" y="1102296"/>
                  </a:lnTo>
                  <a:lnTo>
                    <a:pt x="4713719" y="1113269"/>
                  </a:lnTo>
                  <a:lnTo>
                    <a:pt x="4708359" y="1118641"/>
                  </a:lnTo>
                  <a:lnTo>
                    <a:pt x="4702746" y="1123721"/>
                  </a:lnTo>
                  <a:lnTo>
                    <a:pt x="4696879" y="1128534"/>
                  </a:lnTo>
                  <a:lnTo>
                    <a:pt x="4691024" y="1133348"/>
                  </a:lnTo>
                  <a:lnTo>
                    <a:pt x="4684941" y="1137856"/>
                  </a:lnTo>
                  <a:lnTo>
                    <a:pt x="4678629" y="1142072"/>
                  </a:lnTo>
                  <a:lnTo>
                    <a:pt x="4672330" y="1146289"/>
                  </a:lnTo>
                  <a:lnTo>
                    <a:pt x="4638586" y="1163472"/>
                  </a:lnTo>
                  <a:lnTo>
                    <a:pt x="4631588" y="1166380"/>
                  </a:lnTo>
                  <a:lnTo>
                    <a:pt x="4587709" y="1178128"/>
                  </a:lnTo>
                  <a:lnTo>
                    <a:pt x="4572673" y="1179982"/>
                  </a:lnTo>
                  <a:lnTo>
                    <a:pt x="4565129" y="1180731"/>
                  </a:lnTo>
                  <a:lnTo>
                    <a:pt x="4557560" y="1181100"/>
                  </a:lnTo>
                  <a:lnTo>
                    <a:pt x="4549978" y="1181100"/>
                  </a:lnTo>
                  <a:lnTo>
                    <a:pt x="231576" y="1181100"/>
                  </a:lnTo>
                  <a:lnTo>
                    <a:pt x="223991" y="1181100"/>
                  </a:lnTo>
                  <a:lnTo>
                    <a:pt x="216425" y="1180731"/>
                  </a:lnTo>
                  <a:lnTo>
                    <a:pt x="208880" y="1179982"/>
                  </a:lnTo>
                  <a:lnTo>
                    <a:pt x="201329" y="1179245"/>
                  </a:lnTo>
                  <a:lnTo>
                    <a:pt x="157092" y="1168920"/>
                  </a:lnTo>
                  <a:lnTo>
                    <a:pt x="142955" y="1163472"/>
                  </a:lnTo>
                  <a:lnTo>
                    <a:pt x="135949" y="1160576"/>
                  </a:lnTo>
                  <a:lnTo>
                    <a:pt x="129098" y="1157325"/>
                  </a:lnTo>
                  <a:lnTo>
                    <a:pt x="122411" y="1153756"/>
                  </a:lnTo>
                  <a:lnTo>
                    <a:pt x="115723" y="1150188"/>
                  </a:lnTo>
                  <a:lnTo>
                    <a:pt x="78804" y="1123721"/>
                  </a:lnTo>
                  <a:lnTo>
                    <a:pt x="67825" y="1113269"/>
                  </a:lnTo>
                  <a:lnTo>
                    <a:pt x="62463" y="1107909"/>
                  </a:lnTo>
                  <a:lnTo>
                    <a:pt x="34815" y="1071880"/>
                  </a:lnTo>
                  <a:lnTo>
                    <a:pt x="27344" y="1058684"/>
                  </a:lnTo>
                  <a:lnTo>
                    <a:pt x="23768" y="1052004"/>
                  </a:lnTo>
                  <a:lnTo>
                    <a:pt x="7768" y="1009484"/>
                  </a:lnTo>
                  <a:lnTo>
                    <a:pt x="1116" y="972223"/>
                  </a:lnTo>
                  <a:lnTo>
                    <a:pt x="372" y="964679"/>
                  </a:lnTo>
                  <a:lnTo>
                    <a:pt x="0" y="957110"/>
                  </a:lnTo>
                  <a:lnTo>
                    <a:pt x="0" y="949528"/>
                  </a:lnTo>
                  <a:close/>
                </a:path>
              </a:pathLst>
            </a:custGeom>
            <a:ln w="19050">
              <a:solidFill>
                <a:srgbClr val="F2B3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74316" y="1773237"/>
            <a:ext cx="3577590" cy="755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Clean</a:t>
            </a:r>
            <a:r>
              <a:rPr dirty="0" sz="1650" spc="-19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45" b="1">
                <a:solidFill>
                  <a:srgbClr val="E0E4E6"/>
                </a:solidFill>
                <a:latin typeface="Tahoma"/>
                <a:cs typeface="Tahoma"/>
              </a:rPr>
              <a:t>&amp;</a:t>
            </a:r>
            <a:r>
              <a:rPr dirty="0" sz="1650" spc="-18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Modern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Minimalist</a:t>
            </a:r>
            <a:r>
              <a:rPr dirty="0" sz="1500" spc="-4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aesthetic</a:t>
            </a:r>
            <a:r>
              <a:rPr dirty="0" sz="1500" spc="-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that</a:t>
            </a:r>
            <a:r>
              <a:rPr dirty="0" sz="1500" spc="-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puts</a:t>
            </a:r>
            <a:r>
              <a:rPr dirty="0" sz="1500" spc="-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content</a:t>
            </a:r>
            <a:r>
              <a:rPr dirty="0" sz="1500" spc="-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first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6275" y="2962275"/>
            <a:ext cx="4800600" cy="1190625"/>
            <a:chOff x="676275" y="2962275"/>
            <a:chExt cx="4800600" cy="1190625"/>
          </a:xfrm>
        </p:grpSpPr>
        <p:sp>
          <p:nvSpPr>
            <p:cNvPr id="10" name="object 10"/>
            <p:cNvSpPr/>
            <p:nvPr/>
          </p:nvSpPr>
          <p:spPr>
            <a:xfrm>
              <a:off x="685800" y="2971800"/>
              <a:ext cx="4781550" cy="1171575"/>
            </a:xfrm>
            <a:custGeom>
              <a:avLst/>
              <a:gdLst/>
              <a:ahLst/>
              <a:cxnLst/>
              <a:rect l="l" t="t" r="r" b="b"/>
              <a:pathLst>
                <a:path w="4781550" h="1171575">
                  <a:moveTo>
                    <a:pt x="4557560" y="0"/>
                  </a:moveTo>
                  <a:lnTo>
                    <a:pt x="223991" y="0"/>
                  </a:lnTo>
                  <a:lnTo>
                    <a:pt x="216425" y="368"/>
                  </a:lnTo>
                  <a:lnTo>
                    <a:pt x="171613" y="7772"/>
                  </a:lnTo>
                  <a:lnTo>
                    <a:pt x="129098" y="23761"/>
                  </a:lnTo>
                  <a:lnTo>
                    <a:pt x="90526" y="47752"/>
                  </a:lnTo>
                  <a:lnTo>
                    <a:pt x="57378" y="78803"/>
                  </a:lnTo>
                  <a:lnTo>
                    <a:pt x="30921" y="115722"/>
                  </a:lnTo>
                  <a:lnTo>
                    <a:pt x="12174" y="157099"/>
                  </a:lnTo>
                  <a:lnTo>
                    <a:pt x="1860" y="201333"/>
                  </a:lnTo>
                  <a:lnTo>
                    <a:pt x="0" y="223989"/>
                  </a:lnTo>
                  <a:lnTo>
                    <a:pt x="0" y="940003"/>
                  </a:lnTo>
                  <a:lnTo>
                    <a:pt x="0" y="947585"/>
                  </a:lnTo>
                  <a:lnTo>
                    <a:pt x="5928" y="992619"/>
                  </a:lnTo>
                  <a:lnTo>
                    <a:pt x="20528" y="1035621"/>
                  </a:lnTo>
                  <a:lnTo>
                    <a:pt x="43239" y="1074953"/>
                  </a:lnTo>
                  <a:lnTo>
                    <a:pt x="73188" y="1109116"/>
                  </a:lnTo>
                  <a:lnTo>
                    <a:pt x="109225" y="1136764"/>
                  </a:lnTo>
                  <a:lnTo>
                    <a:pt x="149964" y="1156855"/>
                  </a:lnTo>
                  <a:lnTo>
                    <a:pt x="193838" y="1168603"/>
                  </a:lnTo>
                  <a:lnTo>
                    <a:pt x="223991" y="1171575"/>
                  </a:lnTo>
                  <a:lnTo>
                    <a:pt x="4557560" y="1171575"/>
                  </a:lnTo>
                  <a:lnTo>
                    <a:pt x="4602594" y="1165644"/>
                  </a:lnTo>
                  <a:lnTo>
                    <a:pt x="4645596" y="1151051"/>
                  </a:lnTo>
                  <a:lnTo>
                    <a:pt x="4684941" y="1128331"/>
                  </a:lnTo>
                  <a:lnTo>
                    <a:pt x="4719091" y="1098384"/>
                  </a:lnTo>
                  <a:lnTo>
                    <a:pt x="4746739" y="1062355"/>
                  </a:lnTo>
                  <a:lnTo>
                    <a:pt x="4766830" y="1021613"/>
                  </a:lnTo>
                  <a:lnTo>
                    <a:pt x="4778578" y="977734"/>
                  </a:lnTo>
                  <a:lnTo>
                    <a:pt x="4781550" y="947585"/>
                  </a:lnTo>
                  <a:lnTo>
                    <a:pt x="4781550" y="223989"/>
                  </a:lnTo>
                  <a:lnTo>
                    <a:pt x="4775619" y="178955"/>
                  </a:lnTo>
                  <a:lnTo>
                    <a:pt x="4761014" y="135953"/>
                  </a:lnTo>
                  <a:lnTo>
                    <a:pt x="4738306" y="96608"/>
                  </a:lnTo>
                  <a:lnTo>
                    <a:pt x="4708359" y="62458"/>
                  </a:lnTo>
                  <a:lnTo>
                    <a:pt x="4672330" y="34810"/>
                  </a:lnTo>
                  <a:lnTo>
                    <a:pt x="4631588" y="14719"/>
                  </a:lnTo>
                  <a:lnTo>
                    <a:pt x="4587709" y="2971"/>
                  </a:lnTo>
                  <a:lnTo>
                    <a:pt x="4565129" y="368"/>
                  </a:lnTo>
                  <a:lnTo>
                    <a:pt x="4557560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5800" y="2971800"/>
              <a:ext cx="4781550" cy="1171575"/>
            </a:xfrm>
            <a:custGeom>
              <a:avLst/>
              <a:gdLst/>
              <a:ahLst/>
              <a:cxnLst/>
              <a:rect l="l" t="t" r="r" b="b"/>
              <a:pathLst>
                <a:path w="4781550" h="1171575">
                  <a:moveTo>
                    <a:pt x="0" y="940003"/>
                  </a:moveTo>
                  <a:lnTo>
                    <a:pt x="0" y="231571"/>
                  </a:lnTo>
                  <a:lnTo>
                    <a:pt x="0" y="223989"/>
                  </a:lnTo>
                  <a:lnTo>
                    <a:pt x="372" y="216420"/>
                  </a:lnTo>
                  <a:lnTo>
                    <a:pt x="1116" y="208876"/>
                  </a:lnTo>
                  <a:lnTo>
                    <a:pt x="1860" y="201333"/>
                  </a:lnTo>
                  <a:lnTo>
                    <a:pt x="2971" y="193840"/>
                  </a:lnTo>
                  <a:lnTo>
                    <a:pt x="4450" y="186397"/>
                  </a:lnTo>
                  <a:lnTo>
                    <a:pt x="5928" y="178955"/>
                  </a:lnTo>
                  <a:lnTo>
                    <a:pt x="7768" y="171615"/>
                  </a:lnTo>
                  <a:lnTo>
                    <a:pt x="23768" y="129108"/>
                  </a:lnTo>
                  <a:lnTo>
                    <a:pt x="39027" y="102920"/>
                  </a:lnTo>
                  <a:lnTo>
                    <a:pt x="43239" y="96608"/>
                  </a:lnTo>
                  <a:lnTo>
                    <a:pt x="47754" y="90525"/>
                  </a:lnTo>
                  <a:lnTo>
                    <a:pt x="52566" y="84670"/>
                  </a:lnTo>
                  <a:lnTo>
                    <a:pt x="57378" y="78803"/>
                  </a:lnTo>
                  <a:lnTo>
                    <a:pt x="62463" y="73190"/>
                  </a:lnTo>
                  <a:lnTo>
                    <a:pt x="67825" y="67830"/>
                  </a:lnTo>
                  <a:lnTo>
                    <a:pt x="73188" y="62458"/>
                  </a:lnTo>
                  <a:lnTo>
                    <a:pt x="102919" y="39027"/>
                  </a:lnTo>
                  <a:lnTo>
                    <a:pt x="109225" y="34810"/>
                  </a:lnTo>
                  <a:lnTo>
                    <a:pt x="115723" y="30924"/>
                  </a:lnTo>
                  <a:lnTo>
                    <a:pt x="122411" y="27343"/>
                  </a:lnTo>
                  <a:lnTo>
                    <a:pt x="129098" y="23761"/>
                  </a:lnTo>
                  <a:lnTo>
                    <a:pt x="135949" y="20523"/>
                  </a:lnTo>
                  <a:lnTo>
                    <a:pt x="142955" y="17627"/>
                  </a:lnTo>
                  <a:lnTo>
                    <a:pt x="149964" y="14719"/>
                  </a:lnTo>
                  <a:lnTo>
                    <a:pt x="193838" y="2971"/>
                  </a:lnTo>
                  <a:lnTo>
                    <a:pt x="208880" y="1117"/>
                  </a:lnTo>
                  <a:lnTo>
                    <a:pt x="216425" y="368"/>
                  </a:lnTo>
                  <a:lnTo>
                    <a:pt x="223991" y="0"/>
                  </a:lnTo>
                  <a:lnTo>
                    <a:pt x="231576" y="0"/>
                  </a:lnTo>
                  <a:lnTo>
                    <a:pt x="4549978" y="0"/>
                  </a:lnTo>
                  <a:lnTo>
                    <a:pt x="4557560" y="0"/>
                  </a:lnTo>
                  <a:lnTo>
                    <a:pt x="4565129" y="368"/>
                  </a:lnTo>
                  <a:lnTo>
                    <a:pt x="4572673" y="1117"/>
                  </a:lnTo>
                  <a:lnTo>
                    <a:pt x="4580216" y="1854"/>
                  </a:lnTo>
                  <a:lnTo>
                    <a:pt x="4624451" y="12179"/>
                  </a:lnTo>
                  <a:lnTo>
                    <a:pt x="4638586" y="17627"/>
                  </a:lnTo>
                  <a:lnTo>
                    <a:pt x="4645596" y="20523"/>
                  </a:lnTo>
                  <a:lnTo>
                    <a:pt x="4678629" y="39027"/>
                  </a:lnTo>
                  <a:lnTo>
                    <a:pt x="4684941" y="43243"/>
                  </a:lnTo>
                  <a:lnTo>
                    <a:pt x="4691024" y="47752"/>
                  </a:lnTo>
                  <a:lnTo>
                    <a:pt x="4696879" y="52565"/>
                  </a:lnTo>
                  <a:lnTo>
                    <a:pt x="4702746" y="57378"/>
                  </a:lnTo>
                  <a:lnTo>
                    <a:pt x="4708359" y="62458"/>
                  </a:lnTo>
                  <a:lnTo>
                    <a:pt x="4713719" y="67830"/>
                  </a:lnTo>
                  <a:lnTo>
                    <a:pt x="4719091" y="73190"/>
                  </a:lnTo>
                  <a:lnTo>
                    <a:pt x="4724171" y="78803"/>
                  </a:lnTo>
                  <a:lnTo>
                    <a:pt x="4728984" y="84670"/>
                  </a:lnTo>
                  <a:lnTo>
                    <a:pt x="4733798" y="90525"/>
                  </a:lnTo>
                  <a:lnTo>
                    <a:pt x="4738306" y="96608"/>
                  </a:lnTo>
                  <a:lnTo>
                    <a:pt x="4742522" y="102920"/>
                  </a:lnTo>
                  <a:lnTo>
                    <a:pt x="4746739" y="109220"/>
                  </a:lnTo>
                  <a:lnTo>
                    <a:pt x="4750625" y="115722"/>
                  </a:lnTo>
                  <a:lnTo>
                    <a:pt x="4754206" y="122415"/>
                  </a:lnTo>
                  <a:lnTo>
                    <a:pt x="4757788" y="129095"/>
                  </a:lnTo>
                  <a:lnTo>
                    <a:pt x="4773777" y="171615"/>
                  </a:lnTo>
                  <a:lnTo>
                    <a:pt x="4780432" y="208876"/>
                  </a:lnTo>
                  <a:lnTo>
                    <a:pt x="4781181" y="216420"/>
                  </a:lnTo>
                  <a:lnTo>
                    <a:pt x="4781550" y="223989"/>
                  </a:lnTo>
                  <a:lnTo>
                    <a:pt x="4781550" y="231571"/>
                  </a:lnTo>
                  <a:lnTo>
                    <a:pt x="4781550" y="940003"/>
                  </a:lnTo>
                  <a:lnTo>
                    <a:pt x="4781550" y="947585"/>
                  </a:lnTo>
                  <a:lnTo>
                    <a:pt x="4781181" y="955154"/>
                  </a:lnTo>
                  <a:lnTo>
                    <a:pt x="4780432" y="962698"/>
                  </a:lnTo>
                  <a:lnTo>
                    <a:pt x="4779695" y="970241"/>
                  </a:lnTo>
                  <a:lnTo>
                    <a:pt x="4769370" y="1014476"/>
                  </a:lnTo>
                  <a:lnTo>
                    <a:pt x="4754206" y="1049159"/>
                  </a:lnTo>
                  <a:lnTo>
                    <a:pt x="4750625" y="1055852"/>
                  </a:lnTo>
                  <a:lnTo>
                    <a:pt x="4724171" y="1092771"/>
                  </a:lnTo>
                  <a:lnTo>
                    <a:pt x="4713719" y="1103744"/>
                  </a:lnTo>
                  <a:lnTo>
                    <a:pt x="4708359" y="1109116"/>
                  </a:lnTo>
                  <a:lnTo>
                    <a:pt x="4702746" y="1114196"/>
                  </a:lnTo>
                  <a:lnTo>
                    <a:pt x="4696879" y="1119009"/>
                  </a:lnTo>
                  <a:lnTo>
                    <a:pt x="4691024" y="1123823"/>
                  </a:lnTo>
                  <a:lnTo>
                    <a:pt x="4684941" y="1128331"/>
                  </a:lnTo>
                  <a:lnTo>
                    <a:pt x="4678629" y="1132547"/>
                  </a:lnTo>
                  <a:lnTo>
                    <a:pt x="4672330" y="1136764"/>
                  </a:lnTo>
                  <a:lnTo>
                    <a:pt x="4638586" y="1153947"/>
                  </a:lnTo>
                  <a:lnTo>
                    <a:pt x="4631588" y="1156855"/>
                  </a:lnTo>
                  <a:lnTo>
                    <a:pt x="4587709" y="1168603"/>
                  </a:lnTo>
                  <a:lnTo>
                    <a:pt x="4572673" y="1170457"/>
                  </a:lnTo>
                  <a:lnTo>
                    <a:pt x="4565129" y="1171206"/>
                  </a:lnTo>
                  <a:lnTo>
                    <a:pt x="4557560" y="1171575"/>
                  </a:lnTo>
                  <a:lnTo>
                    <a:pt x="4549978" y="1171575"/>
                  </a:lnTo>
                  <a:lnTo>
                    <a:pt x="231576" y="1171575"/>
                  </a:lnTo>
                  <a:lnTo>
                    <a:pt x="223991" y="1171575"/>
                  </a:lnTo>
                  <a:lnTo>
                    <a:pt x="216425" y="1171206"/>
                  </a:lnTo>
                  <a:lnTo>
                    <a:pt x="208880" y="1170457"/>
                  </a:lnTo>
                  <a:lnTo>
                    <a:pt x="201329" y="1169720"/>
                  </a:lnTo>
                  <a:lnTo>
                    <a:pt x="157092" y="1159395"/>
                  </a:lnTo>
                  <a:lnTo>
                    <a:pt x="142955" y="1153947"/>
                  </a:lnTo>
                  <a:lnTo>
                    <a:pt x="135949" y="1151051"/>
                  </a:lnTo>
                  <a:lnTo>
                    <a:pt x="129098" y="1147800"/>
                  </a:lnTo>
                  <a:lnTo>
                    <a:pt x="122411" y="1144231"/>
                  </a:lnTo>
                  <a:lnTo>
                    <a:pt x="115723" y="1140663"/>
                  </a:lnTo>
                  <a:lnTo>
                    <a:pt x="109225" y="1136764"/>
                  </a:lnTo>
                  <a:lnTo>
                    <a:pt x="102919" y="1132547"/>
                  </a:lnTo>
                  <a:lnTo>
                    <a:pt x="96613" y="1128331"/>
                  </a:lnTo>
                  <a:lnTo>
                    <a:pt x="67825" y="1103744"/>
                  </a:lnTo>
                  <a:lnTo>
                    <a:pt x="62463" y="1098384"/>
                  </a:lnTo>
                  <a:lnTo>
                    <a:pt x="34815" y="1062355"/>
                  </a:lnTo>
                  <a:lnTo>
                    <a:pt x="27344" y="1049159"/>
                  </a:lnTo>
                  <a:lnTo>
                    <a:pt x="23768" y="1042479"/>
                  </a:lnTo>
                  <a:lnTo>
                    <a:pt x="7768" y="999959"/>
                  </a:lnTo>
                  <a:lnTo>
                    <a:pt x="372" y="955154"/>
                  </a:lnTo>
                  <a:lnTo>
                    <a:pt x="0" y="947585"/>
                  </a:lnTo>
                  <a:lnTo>
                    <a:pt x="0" y="940003"/>
                  </a:lnTo>
                  <a:close/>
                </a:path>
              </a:pathLst>
            </a:custGeom>
            <a:ln w="19050">
              <a:solidFill>
                <a:srgbClr val="48A7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74316" y="3154362"/>
            <a:ext cx="2774950" cy="755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E0E4E6"/>
                </a:solidFill>
                <a:latin typeface="Tahoma"/>
                <a:cs typeface="Tahoma"/>
              </a:rPr>
              <a:t>Easy</a:t>
            </a:r>
            <a:r>
              <a:rPr dirty="0" sz="1650" spc="-17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Navigation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Home</a:t>
            </a:r>
            <a:r>
              <a:rPr dirty="0" sz="1500" spc="-14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20">
                <a:solidFill>
                  <a:srgbClr val="E0E4E6"/>
                </a:solidFill>
                <a:latin typeface="Tahoma"/>
                <a:cs typeface="Tahoma"/>
              </a:rPr>
              <a:t>•</a:t>
            </a:r>
            <a:r>
              <a:rPr dirty="0" sz="1500" spc="-1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Courses</a:t>
            </a:r>
            <a:r>
              <a:rPr dirty="0" sz="1500" spc="-1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20">
                <a:solidFill>
                  <a:srgbClr val="E0E4E6"/>
                </a:solidFill>
                <a:latin typeface="Tahoma"/>
                <a:cs typeface="Tahoma"/>
              </a:rPr>
              <a:t>•</a:t>
            </a:r>
            <a:r>
              <a:rPr dirty="0" sz="1500" spc="-1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About</a:t>
            </a:r>
            <a:r>
              <a:rPr dirty="0" sz="1500" spc="-1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20">
                <a:solidFill>
                  <a:srgbClr val="E0E4E6"/>
                </a:solidFill>
                <a:latin typeface="Tahoma"/>
                <a:cs typeface="Tahoma"/>
              </a:rPr>
              <a:t>•</a:t>
            </a:r>
            <a:r>
              <a:rPr dirty="0" sz="1500" spc="-13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Contact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76275" y="4343400"/>
            <a:ext cx="4800600" cy="1200150"/>
            <a:chOff x="676275" y="4343400"/>
            <a:chExt cx="4800600" cy="1200150"/>
          </a:xfrm>
        </p:grpSpPr>
        <p:sp>
          <p:nvSpPr>
            <p:cNvPr id="14" name="object 14"/>
            <p:cNvSpPr/>
            <p:nvPr/>
          </p:nvSpPr>
          <p:spPr>
            <a:xfrm>
              <a:off x="685800" y="4352925"/>
              <a:ext cx="4781550" cy="1181100"/>
            </a:xfrm>
            <a:custGeom>
              <a:avLst/>
              <a:gdLst/>
              <a:ahLst/>
              <a:cxnLst/>
              <a:rect l="l" t="t" r="r" b="b"/>
              <a:pathLst>
                <a:path w="4781550" h="1181100">
                  <a:moveTo>
                    <a:pt x="4557560" y="0"/>
                  </a:moveTo>
                  <a:lnTo>
                    <a:pt x="223991" y="0"/>
                  </a:lnTo>
                  <a:lnTo>
                    <a:pt x="216425" y="368"/>
                  </a:lnTo>
                  <a:lnTo>
                    <a:pt x="171613" y="7772"/>
                  </a:lnTo>
                  <a:lnTo>
                    <a:pt x="129098" y="23761"/>
                  </a:lnTo>
                  <a:lnTo>
                    <a:pt x="90526" y="47752"/>
                  </a:lnTo>
                  <a:lnTo>
                    <a:pt x="57378" y="78803"/>
                  </a:lnTo>
                  <a:lnTo>
                    <a:pt x="30921" y="115722"/>
                  </a:lnTo>
                  <a:lnTo>
                    <a:pt x="12174" y="157099"/>
                  </a:lnTo>
                  <a:lnTo>
                    <a:pt x="1860" y="201333"/>
                  </a:lnTo>
                  <a:lnTo>
                    <a:pt x="0" y="223989"/>
                  </a:lnTo>
                  <a:lnTo>
                    <a:pt x="0" y="949528"/>
                  </a:lnTo>
                  <a:lnTo>
                    <a:pt x="0" y="957110"/>
                  </a:lnTo>
                  <a:lnTo>
                    <a:pt x="5928" y="1002144"/>
                  </a:lnTo>
                  <a:lnTo>
                    <a:pt x="20528" y="1045146"/>
                  </a:lnTo>
                  <a:lnTo>
                    <a:pt x="43239" y="1084478"/>
                  </a:lnTo>
                  <a:lnTo>
                    <a:pt x="73188" y="1118641"/>
                  </a:lnTo>
                  <a:lnTo>
                    <a:pt x="109225" y="1146289"/>
                  </a:lnTo>
                  <a:lnTo>
                    <a:pt x="149964" y="1166380"/>
                  </a:lnTo>
                  <a:lnTo>
                    <a:pt x="193838" y="1178128"/>
                  </a:lnTo>
                  <a:lnTo>
                    <a:pt x="223991" y="1181100"/>
                  </a:lnTo>
                  <a:lnTo>
                    <a:pt x="4557560" y="1181100"/>
                  </a:lnTo>
                  <a:lnTo>
                    <a:pt x="4602594" y="1175169"/>
                  </a:lnTo>
                  <a:lnTo>
                    <a:pt x="4645596" y="1160576"/>
                  </a:lnTo>
                  <a:lnTo>
                    <a:pt x="4684941" y="1137856"/>
                  </a:lnTo>
                  <a:lnTo>
                    <a:pt x="4719091" y="1107909"/>
                  </a:lnTo>
                  <a:lnTo>
                    <a:pt x="4746739" y="1071880"/>
                  </a:lnTo>
                  <a:lnTo>
                    <a:pt x="4766830" y="1031138"/>
                  </a:lnTo>
                  <a:lnTo>
                    <a:pt x="4778578" y="987259"/>
                  </a:lnTo>
                  <a:lnTo>
                    <a:pt x="4781550" y="957110"/>
                  </a:lnTo>
                  <a:lnTo>
                    <a:pt x="4781550" y="223989"/>
                  </a:lnTo>
                  <a:lnTo>
                    <a:pt x="4775619" y="178955"/>
                  </a:lnTo>
                  <a:lnTo>
                    <a:pt x="4761014" y="135953"/>
                  </a:lnTo>
                  <a:lnTo>
                    <a:pt x="4738306" y="96608"/>
                  </a:lnTo>
                  <a:lnTo>
                    <a:pt x="4708359" y="62458"/>
                  </a:lnTo>
                  <a:lnTo>
                    <a:pt x="4672330" y="34810"/>
                  </a:lnTo>
                  <a:lnTo>
                    <a:pt x="4631588" y="14719"/>
                  </a:lnTo>
                  <a:lnTo>
                    <a:pt x="4587709" y="2971"/>
                  </a:lnTo>
                  <a:lnTo>
                    <a:pt x="4565129" y="368"/>
                  </a:lnTo>
                  <a:lnTo>
                    <a:pt x="4557560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85800" y="4352925"/>
              <a:ext cx="4781550" cy="1181100"/>
            </a:xfrm>
            <a:custGeom>
              <a:avLst/>
              <a:gdLst/>
              <a:ahLst/>
              <a:cxnLst/>
              <a:rect l="l" t="t" r="r" b="b"/>
              <a:pathLst>
                <a:path w="4781550" h="1181100">
                  <a:moveTo>
                    <a:pt x="0" y="949528"/>
                  </a:moveTo>
                  <a:lnTo>
                    <a:pt x="0" y="231571"/>
                  </a:lnTo>
                  <a:lnTo>
                    <a:pt x="0" y="223989"/>
                  </a:lnTo>
                  <a:lnTo>
                    <a:pt x="372" y="216420"/>
                  </a:lnTo>
                  <a:lnTo>
                    <a:pt x="7768" y="171615"/>
                  </a:lnTo>
                  <a:lnTo>
                    <a:pt x="23768" y="129108"/>
                  </a:lnTo>
                  <a:lnTo>
                    <a:pt x="39027" y="102920"/>
                  </a:lnTo>
                  <a:lnTo>
                    <a:pt x="43239" y="96608"/>
                  </a:lnTo>
                  <a:lnTo>
                    <a:pt x="47754" y="90525"/>
                  </a:lnTo>
                  <a:lnTo>
                    <a:pt x="52566" y="84670"/>
                  </a:lnTo>
                  <a:lnTo>
                    <a:pt x="57378" y="78803"/>
                  </a:lnTo>
                  <a:lnTo>
                    <a:pt x="62463" y="73190"/>
                  </a:lnTo>
                  <a:lnTo>
                    <a:pt x="67825" y="67830"/>
                  </a:lnTo>
                  <a:lnTo>
                    <a:pt x="73188" y="62458"/>
                  </a:lnTo>
                  <a:lnTo>
                    <a:pt x="109225" y="34810"/>
                  </a:lnTo>
                  <a:lnTo>
                    <a:pt x="122411" y="27343"/>
                  </a:lnTo>
                  <a:lnTo>
                    <a:pt x="129098" y="23761"/>
                  </a:lnTo>
                  <a:lnTo>
                    <a:pt x="135949" y="20523"/>
                  </a:lnTo>
                  <a:lnTo>
                    <a:pt x="142955" y="17627"/>
                  </a:lnTo>
                  <a:lnTo>
                    <a:pt x="149964" y="14719"/>
                  </a:lnTo>
                  <a:lnTo>
                    <a:pt x="193838" y="2971"/>
                  </a:lnTo>
                  <a:lnTo>
                    <a:pt x="208880" y="1117"/>
                  </a:lnTo>
                  <a:lnTo>
                    <a:pt x="216425" y="368"/>
                  </a:lnTo>
                  <a:lnTo>
                    <a:pt x="223991" y="0"/>
                  </a:lnTo>
                  <a:lnTo>
                    <a:pt x="231576" y="0"/>
                  </a:lnTo>
                  <a:lnTo>
                    <a:pt x="4549978" y="0"/>
                  </a:lnTo>
                  <a:lnTo>
                    <a:pt x="4557560" y="0"/>
                  </a:lnTo>
                  <a:lnTo>
                    <a:pt x="4565129" y="368"/>
                  </a:lnTo>
                  <a:lnTo>
                    <a:pt x="4572673" y="1117"/>
                  </a:lnTo>
                  <a:lnTo>
                    <a:pt x="4580216" y="1854"/>
                  </a:lnTo>
                  <a:lnTo>
                    <a:pt x="4624451" y="12179"/>
                  </a:lnTo>
                  <a:lnTo>
                    <a:pt x="4638586" y="17627"/>
                  </a:lnTo>
                  <a:lnTo>
                    <a:pt x="4645596" y="20523"/>
                  </a:lnTo>
                  <a:lnTo>
                    <a:pt x="4652441" y="23761"/>
                  </a:lnTo>
                  <a:lnTo>
                    <a:pt x="4659134" y="27343"/>
                  </a:lnTo>
                  <a:lnTo>
                    <a:pt x="4665827" y="30924"/>
                  </a:lnTo>
                  <a:lnTo>
                    <a:pt x="4672330" y="34810"/>
                  </a:lnTo>
                  <a:lnTo>
                    <a:pt x="4678629" y="39027"/>
                  </a:lnTo>
                  <a:lnTo>
                    <a:pt x="4684941" y="43243"/>
                  </a:lnTo>
                  <a:lnTo>
                    <a:pt x="4691024" y="47752"/>
                  </a:lnTo>
                  <a:lnTo>
                    <a:pt x="4696879" y="52565"/>
                  </a:lnTo>
                  <a:lnTo>
                    <a:pt x="4702746" y="57378"/>
                  </a:lnTo>
                  <a:lnTo>
                    <a:pt x="4708359" y="62458"/>
                  </a:lnTo>
                  <a:lnTo>
                    <a:pt x="4713719" y="67830"/>
                  </a:lnTo>
                  <a:lnTo>
                    <a:pt x="4719091" y="73190"/>
                  </a:lnTo>
                  <a:lnTo>
                    <a:pt x="4724171" y="78803"/>
                  </a:lnTo>
                  <a:lnTo>
                    <a:pt x="4728984" y="84670"/>
                  </a:lnTo>
                  <a:lnTo>
                    <a:pt x="4733798" y="90525"/>
                  </a:lnTo>
                  <a:lnTo>
                    <a:pt x="4738306" y="96608"/>
                  </a:lnTo>
                  <a:lnTo>
                    <a:pt x="4742522" y="102920"/>
                  </a:lnTo>
                  <a:lnTo>
                    <a:pt x="4746739" y="109220"/>
                  </a:lnTo>
                  <a:lnTo>
                    <a:pt x="4766830" y="149961"/>
                  </a:lnTo>
                  <a:lnTo>
                    <a:pt x="4778578" y="193840"/>
                  </a:lnTo>
                  <a:lnTo>
                    <a:pt x="4780432" y="208876"/>
                  </a:lnTo>
                  <a:lnTo>
                    <a:pt x="4781181" y="216420"/>
                  </a:lnTo>
                  <a:lnTo>
                    <a:pt x="4781550" y="223989"/>
                  </a:lnTo>
                  <a:lnTo>
                    <a:pt x="4781550" y="231571"/>
                  </a:lnTo>
                  <a:lnTo>
                    <a:pt x="4781550" y="949528"/>
                  </a:lnTo>
                  <a:lnTo>
                    <a:pt x="4781550" y="957110"/>
                  </a:lnTo>
                  <a:lnTo>
                    <a:pt x="4781181" y="964679"/>
                  </a:lnTo>
                  <a:lnTo>
                    <a:pt x="4780432" y="972223"/>
                  </a:lnTo>
                  <a:lnTo>
                    <a:pt x="4779695" y="979766"/>
                  </a:lnTo>
                  <a:lnTo>
                    <a:pt x="4769370" y="1024001"/>
                  </a:lnTo>
                  <a:lnTo>
                    <a:pt x="4754206" y="1058684"/>
                  </a:lnTo>
                  <a:lnTo>
                    <a:pt x="4750625" y="1065377"/>
                  </a:lnTo>
                  <a:lnTo>
                    <a:pt x="4724171" y="1102296"/>
                  </a:lnTo>
                  <a:lnTo>
                    <a:pt x="4713719" y="1113269"/>
                  </a:lnTo>
                  <a:lnTo>
                    <a:pt x="4708359" y="1118641"/>
                  </a:lnTo>
                  <a:lnTo>
                    <a:pt x="4702746" y="1123721"/>
                  </a:lnTo>
                  <a:lnTo>
                    <a:pt x="4696879" y="1128534"/>
                  </a:lnTo>
                  <a:lnTo>
                    <a:pt x="4691024" y="1133348"/>
                  </a:lnTo>
                  <a:lnTo>
                    <a:pt x="4684941" y="1137856"/>
                  </a:lnTo>
                  <a:lnTo>
                    <a:pt x="4678629" y="1142072"/>
                  </a:lnTo>
                  <a:lnTo>
                    <a:pt x="4672330" y="1146289"/>
                  </a:lnTo>
                  <a:lnTo>
                    <a:pt x="4638586" y="1163472"/>
                  </a:lnTo>
                  <a:lnTo>
                    <a:pt x="4631588" y="1166380"/>
                  </a:lnTo>
                  <a:lnTo>
                    <a:pt x="4587709" y="1178128"/>
                  </a:lnTo>
                  <a:lnTo>
                    <a:pt x="4557560" y="1181100"/>
                  </a:lnTo>
                  <a:lnTo>
                    <a:pt x="4549978" y="1181100"/>
                  </a:lnTo>
                  <a:lnTo>
                    <a:pt x="231576" y="1181100"/>
                  </a:lnTo>
                  <a:lnTo>
                    <a:pt x="223991" y="1181100"/>
                  </a:lnTo>
                  <a:lnTo>
                    <a:pt x="216425" y="1180731"/>
                  </a:lnTo>
                  <a:lnTo>
                    <a:pt x="208880" y="1179982"/>
                  </a:lnTo>
                  <a:lnTo>
                    <a:pt x="201329" y="1179233"/>
                  </a:lnTo>
                  <a:lnTo>
                    <a:pt x="157092" y="1168920"/>
                  </a:lnTo>
                  <a:lnTo>
                    <a:pt x="142955" y="1163472"/>
                  </a:lnTo>
                  <a:lnTo>
                    <a:pt x="135949" y="1160576"/>
                  </a:lnTo>
                  <a:lnTo>
                    <a:pt x="102919" y="1142072"/>
                  </a:lnTo>
                  <a:lnTo>
                    <a:pt x="96613" y="1137856"/>
                  </a:lnTo>
                  <a:lnTo>
                    <a:pt x="67825" y="1113269"/>
                  </a:lnTo>
                  <a:lnTo>
                    <a:pt x="62463" y="1107909"/>
                  </a:lnTo>
                  <a:lnTo>
                    <a:pt x="34815" y="1071880"/>
                  </a:lnTo>
                  <a:lnTo>
                    <a:pt x="27344" y="1058684"/>
                  </a:lnTo>
                  <a:lnTo>
                    <a:pt x="23768" y="1052004"/>
                  </a:lnTo>
                  <a:lnTo>
                    <a:pt x="7768" y="1009484"/>
                  </a:lnTo>
                  <a:lnTo>
                    <a:pt x="372" y="964679"/>
                  </a:lnTo>
                  <a:lnTo>
                    <a:pt x="0" y="957110"/>
                  </a:lnTo>
                  <a:lnTo>
                    <a:pt x="0" y="949528"/>
                  </a:lnTo>
                  <a:close/>
                </a:path>
              </a:pathLst>
            </a:custGeom>
            <a:ln w="19050">
              <a:solidFill>
                <a:srgbClr val="59AAA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874316" y="4545012"/>
            <a:ext cx="2861310" cy="755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E0E4E6"/>
                </a:solidFill>
                <a:latin typeface="Tahoma"/>
                <a:cs typeface="Tahoma"/>
              </a:rPr>
              <a:t>Mobile-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Friendly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Fully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responsive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across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all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devices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76275" y="5753100"/>
            <a:ext cx="4800600" cy="1133475"/>
            <a:chOff x="676275" y="5753100"/>
            <a:chExt cx="4800600" cy="1133475"/>
          </a:xfrm>
        </p:grpSpPr>
        <p:sp>
          <p:nvSpPr>
            <p:cNvPr id="18" name="object 18"/>
            <p:cNvSpPr/>
            <p:nvPr/>
          </p:nvSpPr>
          <p:spPr>
            <a:xfrm>
              <a:off x="676275" y="5753100"/>
              <a:ext cx="4800600" cy="1133475"/>
            </a:xfrm>
            <a:custGeom>
              <a:avLst/>
              <a:gdLst/>
              <a:ahLst/>
              <a:cxnLst/>
              <a:rect l="l" t="t" r="r" b="b"/>
              <a:pathLst>
                <a:path w="4800600" h="1133475">
                  <a:moveTo>
                    <a:pt x="4567402" y="0"/>
                  </a:moveTo>
                  <a:lnTo>
                    <a:pt x="233203" y="0"/>
                  </a:lnTo>
                  <a:lnTo>
                    <a:pt x="225325" y="381"/>
                  </a:lnTo>
                  <a:lnTo>
                    <a:pt x="186317" y="6172"/>
                  </a:lnTo>
                  <a:lnTo>
                    <a:pt x="141540" y="21374"/>
                  </a:lnTo>
                  <a:lnTo>
                    <a:pt x="100587" y="45021"/>
                  </a:lnTo>
                  <a:lnTo>
                    <a:pt x="65032" y="76200"/>
                  </a:lnTo>
                  <a:lnTo>
                    <a:pt x="36244" y="113715"/>
                  </a:lnTo>
                  <a:lnTo>
                    <a:pt x="15328" y="156133"/>
                  </a:lnTo>
                  <a:lnTo>
                    <a:pt x="3091" y="201815"/>
                  </a:lnTo>
                  <a:lnTo>
                    <a:pt x="0" y="233197"/>
                  </a:lnTo>
                  <a:lnTo>
                    <a:pt x="0" y="892378"/>
                  </a:lnTo>
                  <a:lnTo>
                    <a:pt x="0" y="900264"/>
                  </a:lnTo>
                  <a:lnTo>
                    <a:pt x="6170" y="947153"/>
                  </a:lnTo>
                  <a:lnTo>
                    <a:pt x="21376" y="991933"/>
                  </a:lnTo>
                  <a:lnTo>
                    <a:pt x="45020" y="1032891"/>
                  </a:lnTo>
                  <a:lnTo>
                    <a:pt x="76200" y="1068438"/>
                  </a:lnTo>
                  <a:lnTo>
                    <a:pt x="113719" y="1097229"/>
                  </a:lnTo>
                  <a:lnTo>
                    <a:pt x="156131" y="1118146"/>
                  </a:lnTo>
                  <a:lnTo>
                    <a:pt x="201810" y="1130388"/>
                  </a:lnTo>
                  <a:lnTo>
                    <a:pt x="233203" y="1133475"/>
                  </a:lnTo>
                  <a:lnTo>
                    <a:pt x="4567402" y="1133475"/>
                  </a:lnTo>
                  <a:lnTo>
                    <a:pt x="4614278" y="1127302"/>
                  </a:lnTo>
                  <a:lnTo>
                    <a:pt x="4659058" y="1112100"/>
                  </a:lnTo>
                  <a:lnTo>
                    <a:pt x="4700016" y="1088453"/>
                  </a:lnTo>
                  <a:lnTo>
                    <a:pt x="4735563" y="1057275"/>
                  </a:lnTo>
                  <a:lnTo>
                    <a:pt x="4764354" y="1019759"/>
                  </a:lnTo>
                  <a:lnTo>
                    <a:pt x="4785271" y="977341"/>
                  </a:lnTo>
                  <a:lnTo>
                    <a:pt x="4797513" y="931659"/>
                  </a:lnTo>
                  <a:lnTo>
                    <a:pt x="4800600" y="900264"/>
                  </a:lnTo>
                  <a:lnTo>
                    <a:pt x="4800600" y="233197"/>
                  </a:lnTo>
                  <a:lnTo>
                    <a:pt x="4794427" y="186321"/>
                  </a:lnTo>
                  <a:lnTo>
                    <a:pt x="4779225" y="141541"/>
                  </a:lnTo>
                  <a:lnTo>
                    <a:pt x="4755578" y="100584"/>
                  </a:lnTo>
                  <a:lnTo>
                    <a:pt x="4724400" y="65036"/>
                  </a:lnTo>
                  <a:lnTo>
                    <a:pt x="4686884" y="36245"/>
                  </a:lnTo>
                  <a:lnTo>
                    <a:pt x="4644466" y="15328"/>
                  </a:lnTo>
                  <a:lnTo>
                    <a:pt x="4598784" y="3086"/>
                  </a:lnTo>
                  <a:lnTo>
                    <a:pt x="4575276" y="381"/>
                  </a:lnTo>
                  <a:lnTo>
                    <a:pt x="4567402" y="0"/>
                  </a:lnTo>
                  <a:close/>
                </a:path>
              </a:pathLst>
            </a:custGeom>
            <a:solidFill>
              <a:srgbClr val="004D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940" y="6069952"/>
              <a:ext cx="168770" cy="16877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289253" y="5950426"/>
            <a:ext cx="3786504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500" spc="-105" b="1">
                <a:solidFill>
                  <a:srgbClr val="FFFFFF"/>
                </a:solidFill>
                <a:latin typeface="Tahoma"/>
                <a:cs typeface="Tahoma"/>
              </a:rPr>
              <a:t>Design</a:t>
            </a:r>
            <a:r>
              <a:rPr dirty="0" sz="1500" spc="-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 spc="-80" b="1">
                <a:solidFill>
                  <a:srgbClr val="FFFFFF"/>
                </a:solidFill>
                <a:latin typeface="Tahoma"/>
                <a:cs typeface="Tahoma"/>
              </a:rPr>
              <a:t>Priority:</a:t>
            </a:r>
            <a:r>
              <a:rPr dirty="0" sz="15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dirty="0" sz="15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FFFFFF"/>
                </a:solidFill>
                <a:latin typeface="Tahoma"/>
                <a:cs typeface="Tahoma"/>
              </a:rPr>
              <a:t>experience</a:t>
            </a:r>
            <a:r>
              <a:rPr dirty="0" sz="15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FFFFFF"/>
                </a:solidFill>
                <a:latin typeface="Tahoma"/>
                <a:cs typeface="Tahoma"/>
              </a:rPr>
              <a:t>drives</a:t>
            </a:r>
            <a:r>
              <a:rPr dirty="0" sz="15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ahoma"/>
                <a:cs typeface="Tahoma"/>
              </a:rPr>
              <a:t>every </a:t>
            </a:r>
            <a:r>
              <a:rPr dirty="0" sz="1500">
                <a:solidFill>
                  <a:srgbClr val="FFFFFF"/>
                </a:solidFill>
                <a:latin typeface="Tahoma"/>
                <a:cs typeface="Tahoma"/>
              </a:rPr>
              <a:t>interface</a:t>
            </a:r>
            <a:r>
              <a:rPr dirty="0" sz="1500" spc="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ahoma"/>
                <a:cs typeface="Tahoma"/>
              </a:rPr>
              <a:t>decision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2175" y="2781300"/>
            <a:ext cx="4781550" cy="2895599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676275" y="7411044"/>
            <a:ext cx="10077450" cy="38100"/>
            <a:chOff x="676275" y="7411044"/>
            <a:chExt cx="10077450" cy="38100"/>
          </a:xfrm>
        </p:grpSpPr>
        <p:sp>
          <p:nvSpPr>
            <p:cNvPr id="23" name="object 23"/>
            <p:cNvSpPr/>
            <p:nvPr/>
          </p:nvSpPr>
          <p:spPr>
            <a:xfrm>
              <a:off x="676275" y="7411044"/>
              <a:ext cx="10077450" cy="38100"/>
            </a:xfrm>
            <a:custGeom>
              <a:avLst/>
              <a:gdLst/>
              <a:ahLst/>
              <a:cxnLst/>
              <a:rect l="l" t="t" r="r" b="b"/>
              <a:pathLst>
                <a:path w="10077450" h="38100">
                  <a:moveTo>
                    <a:pt x="1007745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077450" y="38100"/>
                  </a:lnTo>
                  <a:lnTo>
                    <a:pt x="10077450" y="0"/>
                  </a:lnTo>
                  <a:close/>
                </a:path>
              </a:pathLst>
            </a:custGeom>
            <a:solidFill>
              <a:srgbClr val="E0E4E6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76275" y="7439619"/>
              <a:ext cx="10077450" cy="9525"/>
            </a:xfrm>
            <a:custGeom>
              <a:avLst/>
              <a:gdLst/>
              <a:ahLst/>
              <a:cxnLst/>
              <a:rect l="l" t="t" r="r" b="b"/>
              <a:pathLst>
                <a:path w="10077450" h="9525">
                  <a:moveTo>
                    <a:pt x="100774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077450" y="9525"/>
                  </a:lnTo>
                  <a:lnTo>
                    <a:pt x="10077450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62385" y="7690642"/>
            <a:ext cx="8643620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55">
                <a:solidFill>
                  <a:srgbClr val="E0E4E6"/>
                </a:solidFill>
                <a:latin typeface="Tahoma"/>
                <a:cs typeface="Tahoma"/>
              </a:rPr>
              <a:t>Our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design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ensures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students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can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navigate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effortlessly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whether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E0E4E6"/>
                </a:solidFill>
                <a:latin typeface="Tahoma"/>
                <a:cs typeface="Tahoma"/>
              </a:rPr>
              <a:t>they're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on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desktop,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tablet,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or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smartphone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26" name="object 26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7995666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8353" y="3033395"/>
            <a:ext cx="877569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00">
                <a:solidFill>
                  <a:srgbClr val="15FFBA"/>
                </a:solidFill>
                <a:latin typeface="Tahoma"/>
                <a:cs typeface="Tahoma"/>
              </a:rPr>
              <a:t>TECH</a:t>
            </a:r>
            <a:r>
              <a:rPr dirty="0" sz="1200" spc="-130">
                <a:solidFill>
                  <a:srgbClr val="15FFB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15FFBA"/>
                </a:solidFill>
                <a:latin typeface="Tahoma"/>
                <a:cs typeface="Tahoma"/>
              </a:rPr>
              <a:t>STACK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385" y="3397250"/>
            <a:ext cx="669925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90" b="1">
                <a:solidFill>
                  <a:srgbClr val="F0FCFF"/>
                </a:solidFill>
                <a:latin typeface="Tahoma"/>
                <a:cs typeface="Tahoma"/>
              </a:rPr>
              <a:t>Technologies</a:t>
            </a:r>
            <a:r>
              <a:rPr dirty="0" sz="3350" spc="-335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3350" spc="-105" b="1">
                <a:solidFill>
                  <a:srgbClr val="F0FCFF"/>
                </a:solidFill>
                <a:latin typeface="Tahoma"/>
                <a:cs typeface="Tahoma"/>
              </a:rPr>
              <a:t>Powering</a:t>
            </a:r>
            <a:r>
              <a:rPr dirty="0" sz="3350" spc="-330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3350" spc="-90" b="1">
                <a:solidFill>
                  <a:srgbClr val="F0FCFF"/>
                </a:solidFill>
                <a:latin typeface="Tahoma"/>
                <a:cs typeface="Tahoma"/>
              </a:rPr>
              <a:t>EduLearn</a:t>
            </a:r>
            <a:endParaRPr sz="33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4219" y="4236094"/>
            <a:ext cx="10099675" cy="795655"/>
            <a:chOff x="664219" y="4236094"/>
            <a:chExt cx="10099675" cy="795655"/>
          </a:xfrm>
        </p:grpSpPr>
        <p:sp>
          <p:nvSpPr>
            <p:cNvPr id="5" name="object 5"/>
            <p:cNvSpPr/>
            <p:nvPr/>
          </p:nvSpPr>
          <p:spPr>
            <a:xfrm>
              <a:off x="676275" y="4248150"/>
              <a:ext cx="3360420" cy="771525"/>
            </a:xfrm>
            <a:custGeom>
              <a:avLst/>
              <a:gdLst/>
              <a:ahLst/>
              <a:cxnLst/>
              <a:rect l="l" t="t" r="r" b="b"/>
              <a:pathLst>
                <a:path w="3360420" h="771525">
                  <a:moveTo>
                    <a:pt x="3167062" y="0"/>
                  </a:moveTo>
                  <a:lnTo>
                    <a:pt x="0" y="0"/>
                  </a:lnTo>
                  <a:lnTo>
                    <a:pt x="192881" y="385762"/>
                  </a:lnTo>
                  <a:lnTo>
                    <a:pt x="0" y="771525"/>
                  </a:lnTo>
                  <a:lnTo>
                    <a:pt x="3167062" y="771525"/>
                  </a:lnTo>
                  <a:lnTo>
                    <a:pt x="3359950" y="385762"/>
                  </a:lnTo>
                  <a:lnTo>
                    <a:pt x="3167062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76275" y="4248150"/>
              <a:ext cx="3360420" cy="771525"/>
            </a:xfrm>
            <a:custGeom>
              <a:avLst/>
              <a:gdLst/>
              <a:ahLst/>
              <a:cxnLst/>
              <a:rect l="l" t="t" r="r" b="b"/>
              <a:pathLst>
                <a:path w="3360420" h="771525">
                  <a:moveTo>
                    <a:pt x="3167062" y="0"/>
                  </a:moveTo>
                  <a:lnTo>
                    <a:pt x="3359950" y="385762"/>
                  </a:lnTo>
                  <a:lnTo>
                    <a:pt x="3167062" y="771525"/>
                  </a:lnTo>
                  <a:lnTo>
                    <a:pt x="0" y="771525"/>
                  </a:lnTo>
                  <a:lnTo>
                    <a:pt x="192881" y="385762"/>
                  </a:lnTo>
                  <a:lnTo>
                    <a:pt x="0" y="0"/>
                  </a:lnTo>
                  <a:lnTo>
                    <a:pt x="3167062" y="0"/>
                  </a:lnTo>
                  <a:close/>
                </a:path>
              </a:pathLst>
            </a:custGeom>
            <a:ln w="24110">
              <a:solidFill>
                <a:srgbClr val="DD785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09800" y="4487743"/>
              <a:ext cx="289560" cy="287020"/>
            </a:xfrm>
            <a:custGeom>
              <a:avLst/>
              <a:gdLst/>
              <a:ahLst/>
              <a:cxnLst/>
              <a:rect l="l" t="t" r="r" b="b"/>
              <a:pathLst>
                <a:path w="289560" h="287020">
                  <a:moveTo>
                    <a:pt x="70459" y="19664"/>
                  </a:moveTo>
                  <a:lnTo>
                    <a:pt x="39573" y="44074"/>
                  </a:lnTo>
                  <a:lnTo>
                    <a:pt x="15074" y="78668"/>
                  </a:lnTo>
                  <a:lnTo>
                    <a:pt x="2235" y="117276"/>
                  </a:lnTo>
                  <a:lnTo>
                    <a:pt x="0" y="143197"/>
                  </a:lnTo>
                  <a:lnTo>
                    <a:pt x="190" y="149865"/>
                  </a:lnTo>
                  <a:lnTo>
                    <a:pt x="7950" y="189984"/>
                  </a:lnTo>
                  <a:lnTo>
                    <a:pt x="27254" y="226585"/>
                  </a:lnTo>
                  <a:lnTo>
                    <a:pt x="56730" y="256837"/>
                  </a:lnTo>
                  <a:lnTo>
                    <a:pt x="93726" y="277385"/>
                  </a:lnTo>
                  <a:lnTo>
                    <a:pt x="131851" y="285920"/>
                  </a:lnTo>
                  <a:lnTo>
                    <a:pt x="143205" y="286415"/>
                  </a:lnTo>
                  <a:lnTo>
                    <a:pt x="149769" y="286113"/>
                  </a:lnTo>
                  <a:lnTo>
                    <a:pt x="193052" y="278097"/>
                  </a:lnTo>
                  <a:lnTo>
                    <a:pt x="201168" y="274998"/>
                  </a:lnTo>
                  <a:lnTo>
                    <a:pt x="205613" y="273131"/>
                  </a:lnTo>
                </a:path>
                <a:path w="289560" h="287020">
                  <a:moveTo>
                    <a:pt x="152387" y="30"/>
                  </a:moveTo>
                  <a:lnTo>
                    <a:pt x="112234" y="3399"/>
                  </a:lnTo>
                  <a:lnTo>
                    <a:pt x="76771" y="16273"/>
                  </a:lnTo>
                  <a:lnTo>
                    <a:pt x="70459" y="19664"/>
                  </a:lnTo>
                </a:path>
                <a:path w="289560" h="287020">
                  <a:moveTo>
                    <a:pt x="181660" y="83710"/>
                  </a:moveTo>
                  <a:lnTo>
                    <a:pt x="239458" y="142270"/>
                  </a:lnTo>
                </a:path>
                <a:path w="289560" h="287020">
                  <a:moveTo>
                    <a:pt x="181673" y="199496"/>
                  </a:moveTo>
                  <a:lnTo>
                    <a:pt x="239458" y="142270"/>
                  </a:lnTo>
                </a:path>
                <a:path w="289560" h="287020">
                  <a:moveTo>
                    <a:pt x="108216" y="84117"/>
                  </a:moveTo>
                  <a:lnTo>
                    <a:pt x="50266" y="142092"/>
                  </a:lnTo>
                  <a:lnTo>
                    <a:pt x="107530" y="198874"/>
                  </a:lnTo>
                </a:path>
                <a:path w="289560" h="287020">
                  <a:moveTo>
                    <a:pt x="205625" y="273131"/>
                  </a:moveTo>
                  <a:lnTo>
                    <a:pt x="241147" y="250207"/>
                  </a:lnTo>
                  <a:lnTo>
                    <a:pt x="268351" y="217848"/>
                  </a:lnTo>
                  <a:lnTo>
                    <a:pt x="284848" y="178922"/>
                  </a:lnTo>
                  <a:lnTo>
                    <a:pt x="289268" y="147502"/>
                  </a:lnTo>
                  <a:lnTo>
                    <a:pt x="289166" y="136873"/>
                  </a:lnTo>
                </a:path>
                <a:path w="289560" h="287020">
                  <a:moveTo>
                    <a:pt x="289293" y="136860"/>
                  </a:moveTo>
                  <a:lnTo>
                    <a:pt x="284365" y="104589"/>
                  </a:lnTo>
                </a:path>
                <a:path w="289560" h="287020">
                  <a:moveTo>
                    <a:pt x="284441" y="104564"/>
                  </a:moveTo>
                  <a:lnTo>
                    <a:pt x="282371" y="97350"/>
                  </a:lnTo>
                  <a:lnTo>
                    <a:pt x="279768" y="90340"/>
                  </a:lnTo>
                  <a:lnTo>
                    <a:pt x="276606" y="83533"/>
                  </a:lnTo>
                  <a:lnTo>
                    <a:pt x="273456" y="76725"/>
                  </a:lnTo>
                  <a:lnTo>
                    <a:pt x="269786" y="70198"/>
                  </a:lnTo>
                  <a:lnTo>
                    <a:pt x="265607" y="63962"/>
                  </a:lnTo>
                  <a:lnTo>
                    <a:pt x="261442" y="57726"/>
                  </a:lnTo>
                  <a:lnTo>
                    <a:pt x="229349" y="26433"/>
                  </a:lnTo>
                  <a:lnTo>
                    <a:pt x="216598" y="18585"/>
                  </a:lnTo>
                  <a:lnTo>
                    <a:pt x="210058" y="14902"/>
                  </a:lnTo>
                  <a:lnTo>
                    <a:pt x="203263" y="11739"/>
                  </a:lnTo>
                  <a:lnTo>
                    <a:pt x="196240" y="9123"/>
                  </a:lnTo>
                  <a:lnTo>
                    <a:pt x="189204" y="6494"/>
                  </a:lnTo>
                  <a:lnTo>
                    <a:pt x="182016" y="4437"/>
                  </a:lnTo>
                  <a:lnTo>
                    <a:pt x="174663" y="2938"/>
                  </a:lnTo>
                  <a:lnTo>
                    <a:pt x="167297" y="1440"/>
                  </a:lnTo>
                  <a:lnTo>
                    <a:pt x="159880" y="513"/>
                  </a:lnTo>
                  <a:lnTo>
                    <a:pt x="152374" y="170"/>
                  </a:lnTo>
                </a:path>
              </a:pathLst>
            </a:custGeom>
            <a:ln w="12817">
              <a:solidFill>
                <a:srgbClr val="E0E4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38600" y="4248150"/>
              <a:ext cx="3360420" cy="771525"/>
            </a:xfrm>
            <a:custGeom>
              <a:avLst/>
              <a:gdLst/>
              <a:ahLst/>
              <a:cxnLst/>
              <a:rect l="l" t="t" r="r" b="b"/>
              <a:pathLst>
                <a:path w="3360420" h="771525">
                  <a:moveTo>
                    <a:pt x="3167062" y="0"/>
                  </a:moveTo>
                  <a:lnTo>
                    <a:pt x="0" y="0"/>
                  </a:lnTo>
                  <a:lnTo>
                    <a:pt x="192887" y="385762"/>
                  </a:lnTo>
                  <a:lnTo>
                    <a:pt x="0" y="771525"/>
                  </a:lnTo>
                  <a:lnTo>
                    <a:pt x="3167062" y="771525"/>
                  </a:lnTo>
                  <a:lnTo>
                    <a:pt x="3359950" y="385762"/>
                  </a:lnTo>
                  <a:lnTo>
                    <a:pt x="3167062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38600" y="4248150"/>
              <a:ext cx="3360420" cy="771525"/>
            </a:xfrm>
            <a:custGeom>
              <a:avLst/>
              <a:gdLst/>
              <a:ahLst/>
              <a:cxnLst/>
              <a:rect l="l" t="t" r="r" b="b"/>
              <a:pathLst>
                <a:path w="3360420" h="771525">
                  <a:moveTo>
                    <a:pt x="3167062" y="0"/>
                  </a:moveTo>
                  <a:lnTo>
                    <a:pt x="3359950" y="385762"/>
                  </a:lnTo>
                  <a:lnTo>
                    <a:pt x="3167062" y="771525"/>
                  </a:lnTo>
                  <a:lnTo>
                    <a:pt x="0" y="771525"/>
                  </a:lnTo>
                  <a:lnTo>
                    <a:pt x="192887" y="385762"/>
                  </a:lnTo>
                  <a:lnTo>
                    <a:pt x="0" y="0"/>
                  </a:lnTo>
                  <a:lnTo>
                    <a:pt x="3167062" y="0"/>
                  </a:lnTo>
                  <a:close/>
                </a:path>
              </a:pathLst>
            </a:custGeom>
            <a:ln w="24110">
              <a:solidFill>
                <a:srgbClr val="48A7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6498" y="4479863"/>
              <a:ext cx="240571" cy="3021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391400" y="4248150"/>
              <a:ext cx="3360420" cy="771525"/>
            </a:xfrm>
            <a:custGeom>
              <a:avLst/>
              <a:gdLst/>
              <a:ahLst/>
              <a:cxnLst/>
              <a:rect l="l" t="t" r="r" b="b"/>
              <a:pathLst>
                <a:path w="3360420" h="771525">
                  <a:moveTo>
                    <a:pt x="3167062" y="0"/>
                  </a:moveTo>
                  <a:lnTo>
                    <a:pt x="0" y="0"/>
                  </a:lnTo>
                  <a:lnTo>
                    <a:pt x="192887" y="385762"/>
                  </a:lnTo>
                  <a:lnTo>
                    <a:pt x="0" y="771525"/>
                  </a:lnTo>
                  <a:lnTo>
                    <a:pt x="3167062" y="771525"/>
                  </a:lnTo>
                  <a:lnTo>
                    <a:pt x="3359950" y="385762"/>
                  </a:lnTo>
                  <a:lnTo>
                    <a:pt x="3167062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391400" y="4248150"/>
              <a:ext cx="3360420" cy="771525"/>
            </a:xfrm>
            <a:custGeom>
              <a:avLst/>
              <a:gdLst/>
              <a:ahLst/>
              <a:cxnLst/>
              <a:rect l="l" t="t" r="r" b="b"/>
              <a:pathLst>
                <a:path w="3360420" h="771525">
                  <a:moveTo>
                    <a:pt x="3167062" y="0"/>
                  </a:moveTo>
                  <a:lnTo>
                    <a:pt x="3359950" y="385762"/>
                  </a:lnTo>
                  <a:lnTo>
                    <a:pt x="3167062" y="771525"/>
                  </a:lnTo>
                  <a:lnTo>
                    <a:pt x="0" y="771525"/>
                  </a:lnTo>
                  <a:lnTo>
                    <a:pt x="192887" y="385762"/>
                  </a:lnTo>
                  <a:lnTo>
                    <a:pt x="0" y="0"/>
                  </a:lnTo>
                  <a:lnTo>
                    <a:pt x="3167062" y="0"/>
                  </a:lnTo>
                  <a:close/>
                </a:path>
              </a:pathLst>
            </a:custGeom>
            <a:ln w="24110">
              <a:solidFill>
                <a:srgbClr val="59AAA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27776" y="4531417"/>
              <a:ext cx="302564" cy="19886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55266" y="5192712"/>
            <a:ext cx="2622550" cy="9931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 b="1">
                <a:solidFill>
                  <a:srgbClr val="E0E4E6"/>
                </a:solidFill>
                <a:latin typeface="Tahoma"/>
                <a:cs typeface="Tahoma"/>
              </a:rPr>
              <a:t>Frontend</a:t>
            </a:r>
            <a:r>
              <a:rPr dirty="0" sz="1650" spc="-14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Development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500"/>
              </a:lnSpc>
              <a:spcBef>
                <a:spcPts val="645"/>
              </a:spcBef>
            </a:pP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HTML,</a:t>
            </a:r>
            <a:r>
              <a:rPr dirty="0" sz="1500" spc="-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CSS,</a:t>
            </a:r>
            <a:r>
              <a:rPr dirty="0" sz="1500" spc="-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JavaScript</a:t>
            </a:r>
            <a:r>
              <a:rPr dirty="0" sz="1500" spc="-4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for</a:t>
            </a:r>
            <a:r>
              <a:rPr dirty="0" sz="1500" spc="-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core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functionality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5206" y="5192712"/>
            <a:ext cx="2972435" cy="678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E0E4E6"/>
                </a:solidFill>
                <a:latin typeface="Tahoma"/>
                <a:cs typeface="Tahoma"/>
              </a:rPr>
              <a:t>Design</a:t>
            </a:r>
            <a:r>
              <a:rPr dirty="0" sz="1650" spc="-18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45" b="1">
                <a:solidFill>
                  <a:srgbClr val="E0E4E6"/>
                </a:solidFill>
                <a:latin typeface="Tahoma"/>
                <a:cs typeface="Tahoma"/>
              </a:rPr>
              <a:t>&amp;</a:t>
            </a:r>
            <a:r>
              <a:rPr dirty="0" sz="1650" spc="-17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Prototyping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Lovable</a:t>
            </a:r>
            <a:r>
              <a:rPr dirty="0" sz="1500" spc="-13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AI</a:t>
            </a:r>
            <a:r>
              <a:rPr dirty="0" sz="1500" spc="-12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for</a:t>
            </a:r>
            <a:r>
              <a:rPr dirty="0" sz="1500" spc="-13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rapid</a:t>
            </a:r>
            <a:r>
              <a:rPr dirty="0" sz="1500" spc="-12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design</a:t>
            </a:r>
            <a:r>
              <a:rPr dirty="0" sz="1500" spc="-13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iteration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75156" y="5192712"/>
            <a:ext cx="2614930" cy="678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Deployment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Prototype</a:t>
            </a:r>
            <a:r>
              <a:rPr dirty="0" sz="1500" spc="-9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hosting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environment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17" name="object 17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64198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0"/>
              <a:t>Platform</a:t>
            </a:r>
            <a:r>
              <a:rPr dirty="0" spc="-355"/>
              <a:t> </a:t>
            </a:r>
            <a:r>
              <a:rPr dirty="0" spc="-30"/>
              <a:t>Screenshots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385" y="2080418"/>
            <a:ext cx="4349115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Visual</a:t>
            </a:r>
            <a:r>
              <a:rPr dirty="0" sz="1500" spc="-1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walkthrough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of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the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EduLearn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user</a:t>
            </a:r>
            <a:r>
              <a:rPr dirty="0" sz="1500" spc="-10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experience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714625"/>
            <a:ext cx="2400300" cy="2400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8500" y="2714625"/>
            <a:ext cx="2400300" cy="2400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1200" y="2714625"/>
            <a:ext cx="2400300" cy="2400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43900" y="2714625"/>
            <a:ext cx="2400300" cy="2400299"/>
          </a:xfrm>
          <a:prstGeom prst="rect">
            <a:avLst/>
          </a:prstGeom>
        </p:spPr>
      </p:pic>
      <p:pic>
        <p:nvPicPr>
          <p:cNvPr id="8" name="object 8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76962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1430000" cy="7696200"/>
          </a:xfrm>
          <a:custGeom>
            <a:avLst/>
            <a:gdLst/>
            <a:ahLst/>
            <a:cxnLst/>
            <a:rect l="l" t="t" r="r" b="b"/>
            <a:pathLst>
              <a:path w="11430000" h="7696200">
                <a:moveTo>
                  <a:pt x="11430000" y="0"/>
                </a:moveTo>
                <a:lnTo>
                  <a:pt x="0" y="0"/>
                </a:lnTo>
                <a:lnTo>
                  <a:pt x="0" y="7696200"/>
                </a:lnTo>
                <a:lnTo>
                  <a:pt x="11430000" y="7696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081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0"/>
              <a:t>Current</a:t>
            </a:r>
            <a:r>
              <a:rPr dirty="0" spc="-370"/>
              <a:t> </a:t>
            </a:r>
            <a:r>
              <a:rPr dirty="0" spc="-110"/>
              <a:t>Limitations</a:t>
            </a:r>
            <a:r>
              <a:rPr dirty="0" spc="-365"/>
              <a:t> </a:t>
            </a:r>
            <a:r>
              <a:rPr dirty="0" spc="-110"/>
              <a:t>&amp;</a:t>
            </a:r>
            <a:r>
              <a:rPr dirty="0" spc="-365"/>
              <a:t> </a:t>
            </a:r>
            <a:r>
              <a:rPr dirty="0" spc="-140"/>
              <a:t>Future</a:t>
            </a:r>
            <a:r>
              <a:rPr dirty="0" spc="-365"/>
              <a:t> </a:t>
            </a:r>
            <a:r>
              <a:rPr dirty="0" spc="-10"/>
              <a:t>Vision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2190152"/>
            <a:ext cx="95250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3352203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6275" y="4504728"/>
            <a:ext cx="95250" cy="952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50"/>
              <a:t>Present</a:t>
            </a:r>
            <a:r>
              <a:rPr dirty="0" spc="-180"/>
              <a:t> </a:t>
            </a:r>
            <a:r>
              <a:rPr dirty="0" spc="-10"/>
              <a:t>Constraints</a:t>
            </a:r>
          </a:p>
          <a:p>
            <a:pPr marL="301625">
              <a:lnSpc>
                <a:spcPct val="100000"/>
              </a:lnSpc>
              <a:spcBef>
                <a:spcPts val="1925"/>
              </a:spcBef>
            </a:pPr>
            <a:r>
              <a:rPr dirty="0" sz="1650" spc="-35">
                <a:solidFill>
                  <a:srgbClr val="E0E4E6"/>
                </a:solidFill>
              </a:rPr>
              <a:t>Backend</a:t>
            </a:r>
            <a:r>
              <a:rPr dirty="0" sz="1650" spc="-150">
                <a:solidFill>
                  <a:srgbClr val="E0E4E6"/>
                </a:solidFill>
              </a:rPr>
              <a:t> </a:t>
            </a:r>
            <a:r>
              <a:rPr dirty="0" sz="1650" spc="-10">
                <a:solidFill>
                  <a:srgbClr val="E0E4E6"/>
                </a:solidFill>
              </a:rPr>
              <a:t>Integration</a:t>
            </a:r>
            <a:endParaRPr sz="1650"/>
          </a:p>
          <a:p>
            <a:pPr marL="301625">
              <a:lnSpc>
                <a:spcPct val="100000"/>
              </a:lnSpc>
              <a:spcBef>
                <a:spcPts val="1920"/>
              </a:spcBef>
            </a:pPr>
            <a:r>
              <a:rPr dirty="0" sz="1500" spc="-10" b="0">
                <a:solidFill>
                  <a:srgbClr val="E0E4E6"/>
                </a:solidFill>
                <a:latin typeface="Tahoma"/>
                <a:cs typeface="Tahoma"/>
              </a:rPr>
              <a:t>Database</a:t>
            </a:r>
            <a:r>
              <a:rPr dirty="0" sz="1500" spc="-105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not</a:t>
            </a:r>
            <a:r>
              <a:rPr dirty="0" sz="1500" spc="-100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fully</a:t>
            </a:r>
            <a:r>
              <a:rPr dirty="0" sz="1500" spc="-100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connected</a:t>
            </a:r>
            <a:r>
              <a:rPr dirty="0" sz="1500" spc="-100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 b="0">
                <a:solidFill>
                  <a:srgbClr val="E0E4E6"/>
                </a:solidFill>
                <a:latin typeface="Tahoma"/>
                <a:cs typeface="Tahoma"/>
              </a:rPr>
              <a:t>yet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500">
              <a:latin typeface="Tahoma"/>
              <a:cs typeface="Tahoma"/>
            </a:endParaRPr>
          </a:p>
          <a:p>
            <a:pPr marL="301625">
              <a:lnSpc>
                <a:spcPct val="100000"/>
              </a:lnSpc>
              <a:spcBef>
                <a:spcPts val="5"/>
              </a:spcBef>
            </a:pPr>
            <a:r>
              <a:rPr dirty="0" sz="1650" spc="-30">
                <a:solidFill>
                  <a:srgbClr val="E0E4E6"/>
                </a:solidFill>
              </a:rPr>
              <a:t>Static</a:t>
            </a:r>
            <a:r>
              <a:rPr dirty="0" sz="1650" spc="-170">
                <a:solidFill>
                  <a:srgbClr val="E0E4E6"/>
                </a:solidFill>
              </a:rPr>
              <a:t> </a:t>
            </a:r>
            <a:r>
              <a:rPr dirty="0" sz="1650" spc="-10">
                <a:solidFill>
                  <a:srgbClr val="E0E4E6"/>
                </a:solidFill>
              </a:rPr>
              <a:t>Content</a:t>
            </a:r>
            <a:endParaRPr sz="1650"/>
          </a:p>
          <a:p>
            <a:pPr marL="301625">
              <a:lnSpc>
                <a:spcPct val="100000"/>
              </a:lnSpc>
              <a:spcBef>
                <a:spcPts val="1920"/>
              </a:spcBef>
            </a:pP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Courses</a:t>
            </a:r>
            <a:r>
              <a:rPr dirty="0" sz="1500" spc="-30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currently</a:t>
            </a:r>
            <a:r>
              <a:rPr dirty="0" sz="1500" spc="-25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hard-</a:t>
            </a:r>
            <a:r>
              <a:rPr dirty="0" sz="1500" spc="-10" b="0">
                <a:solidFill>
                  <a:srgbClr val="E0E4E6"/>
                </a:solidFill>
                <a:latin typeface="Tahoma"/>
                <a:cs typeface="Tahoma"/>
              </a:rPr>
              <a:t>coded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500">
              <a:latin typeface="Tahoma"/>
              <a:cs typeface="Tahoma"/>
            </a:endParaRPr>
          </a:p>
          <a:p>
            <a:pPr marL="301625">
              <a:lnSpc>
                <a:spcPct val="100000"/>
              </a:lnSpc>
            </a:pPr>
            <a:r>
              <a:rPr dirty="0" sz="1650" spc="-10">
                <a:solidFill>
                  <a:srgbClr val="E0E4E6"/>
                </a:solidFill>
              </a:rPr>
              <a:t>Missing</a:t>
            </a:r>
            <a:r>
              <a:rPr dirty="0" sz="1650" spc="-145">
                <a:solidFill>
                  <a:srgbClr val="E0E4E6"/>
                </a:solidFill>
              </a:rPr>
              <a:t> </a:t>
            </a:r>
            <a:r>
              <a:rPr dirty="0" sz="1650" spc="-10">
                <a:solidFill>
                  <a:srgbClr val="E0E4E6"/>
                </a:solidFill>
              </a:rPr>
              <a:t>Features</a:t>
            </a:r>
            <a:endParaRPr sz="1650"/>
          </a:p>
          <a:p>
            <a:pPr marL="301625" marR="5080">
              <a:lnSpc>
                <a:spcPct val="133300"/>
              </a:lnSpc>
              <a:spcBef>
                <a:spcPts val="1400"/>
              </a:spcBef>
            </a:pP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No</a:t>
            </a:r>
            <a:r>
              <a:rPr dirty="0" sz="1500" spc="-114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video</a:t>
            </a:r>
            <a:r>
              <a:rPr dirty="0" sz="1500" spc="-110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content</a:t>
            </a:r>
            <a:r>
              <a:rPr dirty="0" sz="1500" spc="-114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or</a:t>
            </a:r>
            <a:r>
              <a:rPr dirty="0" sz="1500" spc="-110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 b="0">
                <a:solidFill>
                  <a:srgbClr val="E0E4E6"/>
                </a:solidFill>
                <a:latin typeface="Tahoma"/>
                <a:cs typeface="Tahoma"/>
              </a:rPr>
              <a:t>payment</a:t>
            </a:r>
            <a:r>
              <a:rPr dirty="0" sz="1500" spc="-114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30" b="0">
                <a:solidFill>
                  <a:srgbClr val="E0E4E6"/>
                </a:solidFill>
                <a:latin typeface="Tahoma"/>
                <a:cs typeface="Tahoma"/>
              </a:rPr>
              <a:t>gateway</a:t>
            </a:r>
            <a:r>
              <a:rPr dirty="0" sz="1500" spc="-110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in</a:t>
            </a:r>
            <a:r>
              <a:rPr dirty="0" sz="1500" spc="-114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 b="0">
                <a:solidFill>
                  <a:srgbClr val="E0E4E6"/>
                </a:solidFill>
                <a:latin typeface="Tahoma"/>
                <a:cs typeface="Tahoma"/>
              </a:rPr>
              <a:t>this </a:t>
            </a:r>
            <a:r>
              <a:rPr dirty="0" sz="1500" b="0">
                <a:solidFill>
                  <a:srgbClr val="E0E4E6"/>
                </a:solidFill>
                <a:latin typeface="Tahoma"/>
                <a:cs typeface="Tahoma"/>
              </a:rPr>
              <a:t>prototype</a:t>
            </a:r>
            <a:r>
              <a:rPr dirty="0" sz="1500" spc="-130" b="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 b="0">
                <a:solidFill>
                  <a:srgbClr val="E0E4E6"/>
                </a:solidFill>
                <a:latin typeface="Tahoma"/>
                <a:cs typeface="Tahoma"/>
              </a:rPr>
              <a:t>phase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62650" y="2190152"/>
            <a:ext cx="95250" cy="1047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62650" y="3657003"/>
            <a:ext cx="95250" cy="952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947118" y="1530350"/>
            <a:ext cx="4077970" cy="27692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80" b="1">
                <a:solidFill>
                  <a:srgbClr val="48A7E2"/>
                </a:solidFill>
                <a:latin typeface="Tahoma"/>
                <a:cs typeface="Tahoma"/>
              </a:rPr>
              <a:t>Future</a:t>
            </a:r>
            <a:r>
              <a:rPr dirty="0" sz="2000" spc="-195" b="1">
                <a:solidFill>
                  <a:srgbClr val="48A7E2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48A7E2"/>
                </a:solidFill>
                <a:latin typeface="Tahoma"/>
                <a:cs typeface="Tahoma"/>
              </a:rPr>
              <a:t>Enhancements</a:t>
            </a:r>
            <a:endParaRPr sz="2000">
              <a:latin typeface="Tahoma"/>
              <a:cs typeface="Tahoma"/>
            </a:endParaRPr>
          </a:p>
          <a:p>
            <a:pPr marL="301625">
              <a:lnSpc>
                <a:spcPct val="100000"/>
              </a:lnSpc>
              <a:spcBef>
                <a:spcPts val="1925"/>
              </a:spcBef>
            </a:pPr>
            <a:r>
              <a:rPr dirty="0" sz="1650" spc="-35" b="1">
                <a:solidFill>
                  <a:srgbClr val="E0E4E6"/>
                </a:solidFill>
                <a:latin typeface="Tahoma"/>
                <a:cs typeface="Tahoma"/>
              </a:rPr>
              <a:t>Dynamic</a:t>
            </a:r>
            <a:r>
              <a:rPr dirty="0" sz="1650" spc="-16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E0E4E6"/>
                </a:solidFill>
                <a:latin typeface="Tahoma"/>
                <a:cs typeface="Tahoma"/>
              </a:rPr>
              <a:t>Data</a:t>
            </a:r>
            <a:endParaRPr sz="1650">
              <a:latin typeface="Tahoma"/>
              <a:cs typeface="Tahoma"/>
            </a:endParaRPr>
          </a:p>
          <a:p>
            <a:pPr marL="301625" marR="5080">
              <a:lnSpc>
                <a:spcPct val="133300"/>
              </a:lnSpc>
              <a:spcBef>
                <a:spcPts val="1320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Full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database</a:t>
            </a:r>
            <a:r>
              <a:rPr dirty="0" sz="15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integration</a:t>
            </a:r>
            <a:r>
              <a:rPr dirty="0" sz="15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for</a:t>
            </a:r>
            <a:r>
              <a:rPr dirty="0" sz="1500" spc="-10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real-time</a:t>
            </a:r>
            <a:r>
              <a:rPr dirty="0" sz="1500" spc="-9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course management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1500">
              <a:latin typeface="Tahoma"/>
              <a:cs typeface="Tahoma"/>
            </a:endParaRPr>
          </a:p>
          <a:p>
            <a:pPr marL="301625">
              <a:lnSpc>
                <a:spcPct val="100000"/>
              </a:lnSpc>
            </a:pPr>
            <a:r>
              <a:rPr dirty="0" sz="1650" spc="-40" b="1">
                <a:solidFill>
                  <a:srgbClr val="E0E4E6"/>
                </a:solidFill>
                <a:latin typeface="Tahoma"/>
                <a:cs typeface="Tahoma"/>
              </a:rPr>
              <a:t>User</a:t>
            </a:r>
            <a:r>
              <a:rPr dirty="0" sz="1650" spc="-16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Authentication</a:t>
            </a:r>
            <a:endParaRPr sz="16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50">
              <a:latin typeface="Tahoma"/>
              <a:cs typeface="Tahoma"/>
            </a:endParaRPr>
          </a:p>
          <a:p>
            <a:pPr marL="301625">
              <a:lnSpc>
                <a:spcPct val="100000"/>
              </a:lnSpc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Secure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login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</a:t>
            </a:r>
            <a:r>
              <a:rPr dirty="0" sz="1500" spc="-7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personalized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dashboards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62650" y="4809528"/>
            <a:ext cx="95250" cy="1047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236449" y="4697412"/>
            <a:ext cx="132080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E0E4E6"/>
                </a:solidFill>
                <a:latin typeface="Tahoma"/>
                <a:cs typeface="Tahoma"/>
              </a:rPr>
              <a:t>Rich</a:t>
            </a:r>
            <a:r>
              <a:rPr dirty="0" sz="1650" spc="-17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E0E4E6"/>
                </a:solidFill>
                <a:latin typeface="Tahoma"/>
                <a:cs typeface="Tahoma"/>
              </a:rPr>
              <a:t>Content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62650" y="5971578"/>
            <a:ext cx="95250" cy="952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236449" y="5195093"/>
            <a:ext cx="3943985" cy="17240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Video-based</a:t>
            </a:r>
            <a:r>
              <a:rPr dirty="0" sz="1500" spc="-1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courses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with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interactive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 elements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650" spc="-55" b="1">
                <a:solidFill>
                  <a:srgbClr val="E0E4E6"/>
                </a:solidFill>
                <a:latin typeface="Tahoma"/>
                <a:cs typeface="Tahoma"/>
              </a:rPr>
              <a:t>Payment</a:t>
            </a:r>
            <a:r>
              <a:rPr dirty="0" sz="1650" spc="-135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System</a:t>
            </a:r>
            <a:endParaRPr sz="1650">
              <a:latin typeface="Tahoma"/>
              <a:cs typeface="Tahoma"/>
            </a:endParaRPr>
          </a:p>
          <a:p>
            <a:pPr marL="12700" marR="267335">
              <a:lnSpc>
                <a:spcPct val="137500"/>
              </a:lnSpc>
              <a:spcBef>
                <a:spcPts val="1245"/>
              </a:spcBef>
            </a:pP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Integrated</a:t>
            </a:r>
            <a:r>
              <a:rPr dirty="0" sz="1500" spc="-12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payment</a:t>
            </a:r>
            <a:r>
              <a:rPr dirty="0" sz="1500" spc="-12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E0E4E6"/>
                </a:solidFill>
                <a:latin typeface="Tahoma"/>
                <a:cs typeface="Tahoma"/>
              </a:rPr>
              <a:t>gateway</a:t>
            </a:r>
            <a:r>
              <a:rPr dirty="0" sz="1500" spc="-12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E0E4E6"/>
                </a:solidFill>
                <a:latin typeface="Tahoma"/>
                <a:cs typeface="Tahoma"/>
              </a:rPr>
              <a:t>and</a:t>
            </a:r>
            <a:r>
              <a:rPr dirty="0" sz="1500" spc="-12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enrollment confirmation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16" name="object 16">
            <a:hlinkClick r:id="rId10"/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80244" y="71818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75628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1430000" cy="7562850"/>
          </a:xfrm>
          <a:custGeom>
            <a:avLst/>
            <a:gdLst/>
            <a:ahLst/>
            <a:cxnLst/>
            <a:rect l="l" t="t" r="r" b="b"/>
            <a:pathLst>
              <a:path w="11430000" h="7562850">
                <a:moveTo>
                  <a:pt x="11430000" y="0"/>
                </a:moveTo>
                <a:lnTo>
                  <a:pt x="0" y="0"/>
                </a:lnTo>
                <a:lnTo>
                  <a:pt x="0" y="7562850"/>
                </a:lnTo>
                <a:lnTo>
                  <a:pt x="11430000" y="75628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081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7143750" y="253"/>
            <a:ext cx="4286250" cy="7562850"/>
            <a:chOff x="7143750" y="253"/>
            <a:chExt cx="4286250" cy="75628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50" y="253"/>
              <a:ext cx="4286250" cy="7562595"/>
            </a:xfrm>
            <a:prstGeom prst="rect">
              <a:avLst/>
            </a:prstGeom>
          </p:spPr>
        </p:pic>
        <p:pic>
          <p:nvPicPr>
            <p:cNvPr id="6" name="object 6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0244" y="7053833"/>
              <a:ext cx="1754504" cy="4191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62385" y="511175"/>
            <a:ext cx="21050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20"/>
              <a:t>Thank</a:t>
            </a:r>
            <a:r>
              <a:rPr dirty="0" spc="-375"/>
              <a:t> </a:t>
            </a:r>
            <a:r>
              <a:rPr dirty="0" spc="-145"/>
              <a:t>You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6077" y="1341564"/>
            <a:ext cx="1768475" cy="195833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5000" spc="-370" b="1">
                <a:solidFill>
                  <a:srgbClr val="E0E4E6"/>
                </a:solidFill>
                <a:latin typeface="Tahoma"/>
                <a:cs typeface="Tahoma"/>
              </a:rPr>
              <a:t>6</a:t>
            </a:r>
            <a:endParaRPr sz="5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dirty="0" sz="1650" spc="-80" b="1">
                <a:solidFill>
                  <a:srgbClr val="E0E4E6"/>
                </a:solidFill>
                <a:latin typeface="Tahoma"/>
                <a:cs typeface="Tahoma"/>
              </a:rPr>
              <a:t>Team</a:t>
            </a:r>
            <a:r>
              <a:rPr dirty="0" sz="1650" spc="-170" b="1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Members</a:t>
            </a:r>
            <a:endParaRPr sz="1650">
              <a:latin typeface="Tahoma"/>
              <a:cs typeface="Tahoma"/>
            </a:endParaRPr>
          </a:p>
          <a:p>
            <a:pPr algn="ctr" marL="12700" marR="5080">
              <a:lnSpc>
                <a:spcPct val="133300"/>
              </a:lnSpc>
              <a:spcBef>
                <a:spcPts val="720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Collaborated</a:t>
            </a:r>
            <a:r>
              <a:rPr dirty="0" sz="1500" spc="-12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to</a:t>
            </a:r>
            <a:r>
              <a:rPr dirty="0" sz="1500" spc="-114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bring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EduLearn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to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life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3784" y="1341564"/>
            <a:ext cx="1576070" cy="22250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5000" spc="-434" b="1">
                <a:solidFill>
                  <a:srgbClr val="E0E4E6"/>
                </a:solidFill>
                <a:latin typeface="Tahoma"/>
                <a:cs typeface="Tahoma"/>
              </a:rPr>
              <a:t>5</a:t>
            </a:r>
            <a:endParaRPr sz="5000">
              <a:latin typeface="Tahoma"/>
              <a:cs typeface="Tahoma"/>
            </a:endParaRPr>
          </a:p>
          <a:p>
            <a:pPr algn="ctr" marL="232410" marR="224790" indent="-635">
              <a:lnSpc>
                <a:spcPct val="106100"/>
              </a:lnSpc>
              <a:spcBef>
                <a:spcPts val="1580"/>
              </a:spcBef>
            </a:pP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Course </a:t>
            </a:r>
            <a:r>
              <a:rPr dirty="0" sz="1650" spc="-20" b="1">
                <a:solidFill>
                  <a:srgbClr val="E0E4E6"/>
                </a:solidFill>
                <a:latin typeface="Tahoma"/>
                <a:cs typeface="Tahoma"/>
              </a:rPr>
              <a:t>Categories</a:t>
            </a:r>
            <a:endParaRPr sz="1650">
              <a:latin typeface="Tahoma"/>
              <a:cs typeface="Tahoma"/>
            </a:endParaRPr>
          </a:p>
          <a:p>
            <a:pPr algn="ctr" marL="12700" marR="5080">
              <a:lnSpc>
                <a:spcPct val="133300"/>
              </a:lnSpc>
              <a:spcBef>
                <a:spcPts val="720"/>
              </a:spcBef>
            </a:pPr>
            <a:r>
              <a:rPr dirty="0" sz="1500" spc="-20">
                <a:solidFill>
                  <a:srgbClr val="E0E4E6"/>
                </a:solidFill>
                <a:latin typeface="Tahoma"/>
                <a:cs typeface="Tahoma"/>
              </a:rPr>
              <a:t>Organized</a:t>
            </a:r>
            <a:r>
              <a:rPr dirty="0" sz="1500" spc="-12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learning pathways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95330" y="1341564"/>
            <a:ext cx="1776095" cy="195833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5000" spc="-1105" b="1">
                <a:solidFill>
                  <a:srgbClr val="E0E4E6"/>
                </a:solidFill>
                <a:latin typeface="Tahoma"/>
                <a:cs typeface="Tahoma"/>
              </a:rPr>
              <a:t>1</a:t>
            </a:r>
            <a:endParaRPr sz="5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dirty="0" sz="1650" spc="-10" b="1">
                <a:solidFill>
                  <a:srgbClr val="E0E4E6"/>
                </a:solidFill>
                <a:latin typeface="Tahoma"/>
                <a:cs typeface="Tahoma"/>
              </a:rPr>
              <a:t>Vision</a:t>
            </a:r>
            <a:endParaRPr sz="1650">
              <a:latin typeface="Tahoma"/>
              <a:cs typeface="Tahoma"/>
            </a:endParaRPr>
          </a:p>
          <a:p>
            <a:pPr algn="ctr" marL="12700" marR="5080">
              <a:lnSpc>
                <a:spcPct val="133300"/>
              </a:lnSpc>
              <a:spcBef>
                <a:spcPts val="720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Simplify</a:t>
            </a:r>
            <a:r>
              <a:rPr dirty="0" sz="1500" spc="-1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online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learning</a:t>
            </a:r>
            <a:r>
              <a:rPr dirty="0" sz="1500" spc="-15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for</a:t>
            </a:r>
            <a:r>
              <a:rPr dirty="0" sz="1500" spc="-14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everyone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6275" y="3915371"/>
            <a:ext cx="5791200" cy="28575"/>
            <a:chOff x="676275" y="3915371"/>
            <a:chExt cx="5791200" cy="28575"/>
          </a:xfrm>
        </p:grpSpPr>
        <p:sp>
          <p:nvSpPr>
            <p:cNvPr id="12" name="object 12"/>
            <p:cNvSpPr/>
            <p:nvPr/>
          </p:nvSpPr>
          <p:spPr>
            <a:xfrm>
              <a:off x="676275" y="3915371"/>
              <a:ext cx="5791200" cy="28575"/>
            </a:xfrm>
            <a:custGeom>
              <a:avLst/>
              <a:gdLst/>
              <a:ahLst/>
              <a:cxnLst/>
              <a:rect l="l" t="t" r="r" b="b"/>
              <a:pathLst>
                <a:path w="5791200" h="28575">
                  <a:moveTo>
                    <a:pt x="57912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5791200" y="28575"/>
                  </a:lnTo>
                  <a:lnTo>
                    <a:pt x="5791200" y="0"/>
                  </a:lnTo>
                  <a:close/>
                </a:path>
              </a:pathLst>
            </a:custGeom>
            <a:solidFill>
              <a:srgbClr val="E0E4E6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76275" y="3934421"/>
              <a:ext cx="5791200" cy="9525"/>
            </a:xfrm>
            <a:custGeom>
              <a:avLst/>
              <a:gdLst/>
              <a:ahLst/>
              <a:cxnLst/>
              <a:rect l="l" t="t" r="r" b="b"/>
              <a:pathLst>
                <a:path w="5791200" h="9525">
                  <a:moveTo>
                    <a:pt x="57912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791200" y="9525"/>
                  </a:lnTo>
                  <a:lnTo>
                    <a:pt x="5791200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51706" y="4425950"/>
            <a:ext cx="5393690" cy="86550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dirty="0" sz="2700" spc="-120" b="1">
                <a:solidFill>
                  <a:srgbClr val="F0FCFF"/>
                </a:solidFill>
                <a:latin typeface="Tahoma"/>
                <a:cs typeface="Tahoma"/>
              </a:rPr>
              <a:t>EduLearn</a:t>
            </a:r>
            <a:r>
              <a:rPr dirty="0" sz="2700" spc="-265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2700" spc="-85" b="1">
                <a:solidFill>
                  <a:srgbClr val="F0FCFF"/>
                </a:solidFill>
                <a:latin typeface="Tahoma"/>
                <a:cs typeface="Tahoma"/>
              </a:rPr>
              <a:t>demonstrates</a:t>
            </a:r>
            <a:r>
              <a:rPr dirty="0" sz="2700" spc="-260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2700" spc="-75" b="1">
                <a:solidFill>
                  <a:srgbClr val="F0FCFF"/>
                </a:solidFill>
                <a:latin typeface="Tahoma"/>
                <a:cs typeface="Tahoma"/>
              </a:rPr>
              <a:t>strong</a:t>
            </a:r>
            <a:r>
              <a:rPr dirty="0" sz="2700" spc="-265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2700" spc="-360" b="1">
                <a:solidFill>
                  <a:srgbClr val="F0FCFF"/>
                </a:solidFill>
                <a:latin typeface="Tahoma"/>
                <a:cs typeface="Tahoma"/>
              </a:rPr>
              <a:t>UI </a:t>
            </a:r>
            <a:r>
              <a:rPr dirty="0" sz="2700" spc="-65" b="1">
                <a:solidFill>
                  <a:srgbClr val="F0FCFF"/>
                </a:solidFill>
                <a:latin typeface="Tahoma"/>
                <a:cs typeface="Tahoma"/>
              </a:rPr>
              <a:t>design</a:t>
            </a:r>
            <a:r>
              <a:rPr dirty="0" sz="2700" spc="-300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2700" spc="-95" b="1">
                <a:solidFill>
                  <a:srgbClr val="F0FCFF"/>
                </a:solidFill>
                <a:latin typeface="Tahoma"/>
                <a:cs typeface="Tahoma"/>
              </a:rPr>
              <a:t>and</a:t>
            </a:r>
            <a:r>
              <a:rPr dirty="0" sz="2700" spc="-300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2700" spc="-80" b="1">
                <a:solidFill>
                  <a:srgbClr val="F0FCFF"/>
                </a:solidFill>
                <a:latin typeface="Tahoma"/>
                <a:cs typeface="Tahoma"/>
              </a:rPr>
              <a:t>user</a:t>
            </a:r>
            <a:r>
              <a:rPr dirty="0" sz="2700" spc="-300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2700" spc="-65" b="1">
                <a:solidFill>
                  <a:srgbClr val="F0FCFF"/>
                </a:solidFill>
                <a:latin typeface="Tahoma"/>
                <a:cs typeface="Tahoma"/>
              </a:rPr>
              <a:t>flow</a:t>
            </a:r>
            <a:r>
              <a:rPr dirty="0" sz="2700" spc="-300" b="1">
                <a:solidFill>
                  <a:srgbClr val="F0FCFF"/>
                </a:solidFill>
                <a:latin typeface="Tahoma"/>
                <a:cs typeface="Tahoma"/>
              </a:rPr>
              <a:t> </a:t>
            </a:r>
            <a:r>
              <a:rPr dirty="0" sz="2700" spc="-10" b="1">
                <a:solidFill>
                  <a:srgbClr val="F0FCFF"/>
                </a:solidFill>
                <a:latin typeface="Tahoma"/>
                <a:cs typeface="Tahoma"/>
              </a:rPr>
              <a:t>planning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1706" y="5550375"/>
            <a:ext cx="504507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A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solid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foundation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for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building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the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future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of</a:t>
            </a:r>
            <a:r>
              <a:rPr dirty="0" sz="1500" spc="-85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E0E4E6"/>
                </a:solidFill>
                <a:latin typeface="Tahoma"/>
                <a:cs typeface="Tahoma"/>
              </a:rPr>
              <a:t>accessible</a:t>
            </a:r>
            <a:r>
              <a:rPr dirty="0" sz="1500" spc="-80">
                <a:solidFill>
                  <a:srgbClr val="E0E4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0E4E6"/>
                </a:solidFill>
                <a:latin typeface="Tahoma"/>
                <a:cs typeface="Tahoma"/>
              </a:rPr>
              <a:t>online education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6275" y="4162426"/>
            <a:ext cx="28575" cy="2876550"/>
          </a:xfrm>
          <a:custGeom>
            <a:avLst/>
            <a:gdLst/>
            <a:ahLst/>
            <a:cxnLst/>
            <a:rect l="l" t="t" r="r" b="b"/>
            <a:pathLst>
              <a:path w="28575" h="2876550">
                <a:moveTo>
                  <a:pt x="28575" y="0"/>
                </a:moveTo>
                <a:lnTo>
                  <a:pt x="0" y="0"/>
                </a:lnTo>
                <a:lnTo>
                  <a:pt x="0" y="2876550"/>
                </a:lnTo>
                <a:lnTo>
                  <a:pt x="28575" y="2876550"/>
                </a:lnTo>
                <a:lnTo>
                  <a:pt x="28575" y="0"/>
                </a:lnTo>
                <a:close/>
              </a:path>
            </a:pathLst>
          </a:custGeom>
          <a:solidFill>
            <a:srgbClr val="15FFB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2026-01-08T12:38:22Z</dcterms:created>
  <dcterms:modified xsi:type="dcterms:W3CDTF">2026-01-08T12:38:22Z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2026-01-08T00:00:00Z</vt:filetime>
  </property>
  <property fmtid="{D5CDD505-2E9C-101B-9397-08002B2CF9AE}" pid="5" name="Producer">
    <vt:lpwstr>iLovePDF</vt:lpwstr>
  </property>
</Properties>
</file>